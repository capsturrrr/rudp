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0:20</a:t>
            </a:r>
          </a:p>
          <a:p/>
          <a:p>
            <a:r>
              <a:t>- Good morning ma'am. We are Harshavardhan, Rohit and Shloak.</a:t>
            </a:r>
          </a:p>
          <a:p>
            <a:r>
              <a:t>- 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UDP is fast but gives no guarantees: packets can be lost, duplicated or reordered.</a:t>
            </a:r>
          </a:p>
          <a:p>
            <a:r>
              <a:t>- TCP is reliable but sits inside the operating system, so you cannot see or change it.</a:t>
            </a:r>
          </a:p>
          <a:p>
            <a:r>
              <a:t>- In 1986 the early Internet had congestion collapse: throughput fell from 32 Kbps to 40 bps. TCP's congestion control was invented to fix that.</a:t>
            </a:r>
          </a:p>
          <a:p>
            <a:r>
              <a:t>- 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The need: campus users send data to a server across a routed network. TCP is fixed in the kernel; UDP gives no guarantees.</a:t>
            </a:r>
          </a:p>
          <a:p>
            <a:r>
              <a:t>- Our answer: RUDP, a readable and tunable transport, and Smart-RUDP, which learns the window from RTT and loss.</a:t>
            </a:r>
          </a:p>
          <a:p>
            <a:r>
              <a:t>- 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Four pieces: handshake, reliability, flow control and congestion control.</a:t>
            </a:r>
          </a:p>
          <a:p>
            <a:r>
              <a:t>- 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- 13-byte header: sequence 4, ack 4, flags 1, checksum 2, payload length 2.</a:t>
            </a:r>
          </a:p>
          <a:p>
            <a:r>
              <a:t>- Fields are packed byte by byte so compiler padding never changes the wire format.</a:t>
            </a:r>
          </a:p>
          <a:p>
            <a:r>
              <a:t>- 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Three-way handshake: SYN, SYN-ACK, ACK. Then data, up to a window of packets in flight.</a:t>
            </a:r>
          </a:p>
          <a:p>
            <a:r>
              <a:t>- ACKs are cumulative: ACK N confirms everything before N. FIN closes the connection.</a:t>
            </a:r>
          </a:p>
          <a:p>
            <a:r>
              <a:t>- 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The window is the number of packets in flight; it started fixed at 4 and is now driven by the congestion window.</a:t>
            </a:r>
          </a:p>
          <a:p>
            <a:r>
              <a:t>- Timeout is 500 ms; fast retransmit triggers after 3 duplicate ACKs, no waiting for the timer.</a:t>
            </a:r>
          </a:p>
          <a:p>
            <a:r>
              <a:t>- 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Slow start: window grows by one per ACK until the threshold of 16. Then avoidance: plus 1/window per ACK.</a:t>
            </a:r>
          </a:p>
          <a:p>
            <a:r>
              <a:t>- Three duplicate ACKs: window halves. A timeout: window resets to 1 and the threshold halves. Cap is 32.</a:t>
            </a:r>
          </a:p>
          <a:p>
            <a:r>
              <a:t>- 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Three tools: a loss simulator inside the code (used for the benchmark), Linux tc/netem injecting real loss on loopback, and Wireshark/tshark.</a:t>
            </a:r>
          </a:p>
          <a:p>
            <a:r>
              <a:t>- Windows Wireshark could not see WSL loopback, so we captured with tshark inside WSL and copied the file across.</a:t>
            </a:r>
          </a:p>
          <a:p/>
          <a:p>
            <a:r>
              <a:t>IF ASKED: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- 62 of 62 packets were delivered at every loss level from 0 to 40 percent.</a:t>
            </a:r>
          </a:p>
          <a:p>
            <a:r>
              <a:t>- 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Server stuck after a killed client: it hung 15.5 s; fix was to accept SYN in any state.</a:t>
            </a:r>
          </a:p>
          <a:p>
            <a:r>
              <a:t>- A leftover netem rule distorted results; we now check tc qdisc before each test.</a:t>
            </a:r>
          </a:p>
          <a:p>
            <a:r>
              <a:t>- Windows Wireshark saw nothing: capture inside WSL.</a:t>
            </a:r>
          </a:p>
          <a:p>
            <a:r>
              <a:t>- 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0:30</a:t>
            </a:r>
          </a:p>
          <a:p/>
          <a:p>
            <a:r>
              <a:t>- Jacobson and Karels 1988 is the origin of AIMD; Chiu and Jain 1989 explains why it converges fairly.</a:t>
            </a:r>
          </a:p>
          <a:p>
            <a:r>
              <a:t>- RFC 5681 is the standard; CUBIC is future work; QUIC and RFC 9000 are reliable transport over UDP in production.</a:t>
            </a:r>
          </a:p>
          <a:p>
            <a:r>
              <a:t>- The AI part comes from Midhula and Arun Raj Kumar (2024) and Cao et al. (2023, DRLFcc): deep reinforcement learning for congestion control. Smart-RUDP applies the same idea with a smaller tabular Q-learning agent.</a:t>
            </a:r>
          </a:p>
          <a:p>
            <a:r>
              <a:t>- 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Four routers, OSPF area 0: R1, R2, R3 form a triangle and R4 is a branch.</a:t>
            </a:r>
          </a:p>
          <a:p>
            <a:r>
              <a:t>- Two VLANs with router-on-a-stick, DHCP on R1 and R4, and an access list blocking student to staff.</a:t>
            </a:r>
          </a:p>
          <a:p>
            <a:r>
              <a:t>- 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Q-learning with 80 states (RTT ratio, loss fraction, window size), sampled once per RTT.</a:t>
            </a:r>
          </a:p>
          <a:p>
            <a:r>
              <a:t>- Five actions: multiply the window by 0.5, 0.85, 1.0, 1.15 or 1.5.</a:t>
            </a:r>
          </a:p>
          <a:p>
            <a:r>
              <a:t>- 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This is the agent itself. Left: rl_cc.h, 73 lines of C. The state is 80 buckets of RTT ratio, loss and window size.</a:t>
            </a:r>
          </a:p>
          <a:p>
            <a:r>
              <a:t>- choose picks one of five window multipliers, usually the best, sometimes random so it keeps exploring.</a:t>
            </a:r>
          </a:p>
          <a:p>
            <a:r>
              <a:t>- update is the Q-learning rule: move the value of the action we took toward the reward plus the best value of the next state.</a:t>
            </a:r>
          </a:p>
          <a:p>
            <a:r>
              <a:t>- Right: the loop in smart_client.c. Once per RTT it computes the reward, throughput minus delay growth minus loss, updates the table, picks the next action and scales the window.</a:t>
            </a:r>
          </a:p>
          <a:p>
            <a:r>
              <a:t>- The code on the slide is simplified; the real files are in the repo.</a:t>
            </a:r>
          </a:p>
          <a:p>
            <a:r>
              <a:t>- 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Be honest: it did not beat AIMD. Plus 63 percent time on 5G-like, plus 10 percent on satellite, a tie on the lossy path.</a:t>
            </a:r>
          </a:p>
          <a:p>
            <a:r>
              <a:t>- It used somewhat fewer retransmissions on two paths, within run-to-run noise.</a:t>
            </a:r>
          </a:p>
          <a:p>
            <a:r>
              <a:t>- Earlier training rounds were much worse; this is the final configuration. The finding is that a simple learner does not beat a tuned rule.</a:t>
            </a:r>
          </a:p>
          <a:p>
            <a:r>
              <a:t>- 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0:40</a:t>
            </a:r>
          </a:p>
          <a:p/>
          <a:p>
            <a:r>
              <a:t>- We wrote a Lua dissector, named smartrudp, that decodes sequence, ack, flags, checksum and length.</a:t>
            </a:r>
          </a:p>
          <a:p>
            <a:r>
              <a:t>- Useful filters: smartrudp.flags.data == 1 and smartrudp.seq == N.</a:t>
            </a:r>
          </a:p>
          <a:p>
            <a:r>
              <a:t>- In a 400-packet lossy run the receiver saw 87 (AIMD) and 95 (Smart) repeated data segments.</a:t>
            </a:r>
          </a:p>
          <a:p>
            <a:r>
              <a:t>- 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Left: the first three packets, SYN, SYN-ACK and ACK, decoded by our dissector (filter frame.number &lt;= 3).</a:t>
            </a:r>
          </a:p>
          <a:p>
            <a:r>
              <a:t>- 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The protocol in use: each message is one numbered, checksummed RUDP segment, ACKed in order.</a:t>
            </a:r>
          </a:p>
          <a:p>
            <a:r>
              <a:t>- There is a terminal version and a browser version; two devices were linked over Tailscale, laptop and phone.</a:t>
            </a:r>
          </a:p>
          <a:p>
            <a:r>
              <a:t>- Drag the loss slider: lost messages are resent and still arrive in order. The right panel shows sent, lost and resent counts and the log.</a:t>
            </a:r>
          </a:p>
          <a:p>
            <a:r>
              <a:t>- 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The abstract also promised TCP and plain UDP baselines, so we ran them on the same 48 unseen simulated paths.</a:t>
            </a:r>
          </a:p>
          <a:p>
            <a:r>
              <a:t>- Plain UDP delivered only 68 percent of the messages, so reliability is needed. Our TCP model, with selective acknowledgments, has the lowest median at 1.48 seconds.</a:t>
            </a:r>
          </a:p>
          <a:p>
            <a:r>
              <a:t>- Smart-RUDP deep is at 3.20 seconds mean and is about even with the TCP model path by path: faster on 22, slower on 23.</a:t>
            </a:r>
          </a:p>
          <a:p>
            <a:r>
              <a:t>- The gap to TCP is mostly Go-Back-N. A selective-ack version of our transport cut AIMD from 7.16 to 4.90 seconds in simulation.</a:t>
            </a:r>
          </a:p>
          <a:p>
            <a:r>
              <a:t>- Reordering hurts Go-Back-N badly: AIMD goes from 0.82 to 6.79 seconds at 20 milliseconds of jitter. The learned agents cope better and selective ack removes most of the damage.</a:t>
            </a:r>
          </a:p>
          <a:p>
            <a:r>
              <a:t>- For the C experiments we repeated 20 runs per mode: Smart-RUDP is still slower on 5G and satellite and ties on lossy.</a:t>
            </a:r>
          </a:p>
          <a:p>
            <a:r>
              <a:t>- 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1:00</a:t>
            </a:r>
          </a:p>
          <a:p/>
          <a:p>
            <a:r>
              <a:t>- We then put the neural agent into the C transport, the same code as Section 8, and tested it on the same three emulated paths with 15 runs each.</a:t>
            </a:r>
          </a:p>
          <a:p>
            <a:r>
              <a:t>- AIMD and the agents all start from a window of 10. The neural agent was faster than AIMD on all three: 15 percent on 5G-like, 27 percent on lossy, 24 percent on satellite-like. The intervals exclude zero.</a:t>
            </a:r>
          </a:p>
          <a:p>
            <a:r>
              <a:t>- The retrained table did not carry over: it was slower on 5G and satellite. A network generalises to unseen paths where a table does not.</a:t>
            </a:r>
          </a:p>
          <a:p>
            <a:r>
              <a:t>- We also added selective acknowledgments to the C code: about ten times fewer retransmissions, but no significant change in completion time on these emulated paths.</a:t>
            </a:r>
          </a:p>
          <a:p>
            <a:r>
              <a:t>- 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We also tested two things people ask about. Fairness: two flows through one bottleneck. The neural agent is fair against itself and on short paths, but takes 74 percent against AIMD on the long 120 ms path, about like a fixed window.</a:t>
            </a:r>
          </a:p>
          <a:p>
            <a:r>
              <a:t>- Ablation: we retrained the agent with one piece removed. Only the no-shrink mask matters; without it the agent is no better than AIMD. The other pieces showed no measurable value.</a:t>
            </a:r>
          </a:p>
          <a:p>
            <a:r>
              <a:t>- The same recipe also gave very different results by seed, between 3.2 and 7.4 seconds, so we pick the seed on validation paths.</a:t>
            </a:r>
          </a:p>
          <a:p>
            <a:r>
              <a:t>- 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While checking our own result we found where the neural agent fails: on a hostile path with 10 percent loss it needed about 85 seconds where AIMD needed 11.</a:t>
            </a:r>
          </a:p>
          <a:p>
            <a:r>
              <a:t>- The fix is a hand-over: when a decision interval loses 10 percent or more of its packets, plain AIMD controls the window; after three clean intervals the agent takes over again.</a:t>
            </a:r>
          </a:p>
          <a:p>
            <a:r>
              <a:t>- With that, the three benign paths keep the agent's advantage and the hostile path is back near AIMD at about 14 seconds.</a:t>
            </a:r>
          </a:p>
          <a:p>
            <a:r>
              <a:t>- 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We swapped Go-Back-N for Selective Repeat as the default. The receiver now keeps out-of-order packets and tells the sender exactly which ones it holds in a bitmap inside every ACK; the sender has one timer per packet and resends only what is missing.</a:t>
            </a:r>
          </a:p>
          <a:p>
            <a:r>
              <a:t>- The result: about ten times fewer retransmissions, and the neural agent's lead over AIMD grows to 46 percent on the lossy path and 50 percent on the satellite path.</a:t>
            </a:r>
          </a:p>
          <a:p>
            <a:r>
              <a:t>- The 10 percent loss failure we found earlier was mostly a Go-Back-N effect: with Selective Repeat the agent ties AIMD there.</a:t>
            </a:r>
          </a:p>
          <a:p>
            <a:r>
              <a:t>- 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Performance pass. We found that a window cap of 32 limits the satellite path to about 107 packets per second, and that our AIMD baseline started additive growth too low for high delay. So we raised the receive window to 256, and we also tuned the baseline with a bigger cap and start threshold so the comparison stays fair.</a:t>
            </a:r>
          </a:p>
          <a:p>
            <a:r>
              <a:t>- The neural agent with a cap of 128 and the AIMD hand-over is now the default. It is 45 to 77 percent faster than the tuned AIMD on the lossy, satellite and fast paths, and equal on the short 5G path and the hostile path.</a:t>
            </a:r>
          </a:p>
          <a:p>
            <a:r>
              <a:t>- Costs: it sends more retransmissions on the fast path, and it was never retrained for larger windows, so we treat this as a measured result on emulated paths, not a guarantee.</a:t>
            </a:r>
          </a:p>
          <a:p/>
          <a:p>
            <a:r>
              <a:t>IF ASKED: Is AIMD just badly tuned? We tuned it (cap 128, high start threshold) and it improved, but the agent is still 2 to 4 times faster on the high-delay paths. CUBIC did not close the gap.</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0:50</a:t>
            </a:r>
          </a:p>
          <a:p/>
          <a:p>
            <a:r>
              <a:t>- Learned: reliability is a set of simple rules working together; congestion control matters as much as retransmission; testing tools fail in surprising ways.</a:t>
            </a:r>
          </a:p>
          <a:p>
            <a:r>
              <a:t>- Next: Selective Repeat with SACK, a stronger learning agent, adaptive timeout, and tests on a real multi-machine network.</a:t>
            </a:r>
          </a:p>
          <a:p>
            <a:r>
              <a:t>- Name the limits before she does: Go-Back-N, loopback-only protocol tests, Smart-RUDP not beating AIMD.</a:t>
            </a:r>
          </a:p>
          <a:p/>
          <a:p>
            <a:r>
              <a:t>IF ASKED: End on the limits and the fix order: SACK, adaptive timeout, real-network tests.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0:15</a:t>
            </a:r>
          </a:p>
          <a:p/>
          <a:p>
            <a:r>
              <a:t>-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Time: -</a:t>
            </a:r>
          </a:p>
          <a:p/>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28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28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28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28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28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28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28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28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28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28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28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28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28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28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28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28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28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28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28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28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28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28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28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28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Performance: bigger windows, tuned baseline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28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217920" cy="914400"/>
        </p:xfrm>
        <a:graphic>
          <a:graphicData uri="http://schemas.openxmlformats.org/drawingml/2006/table">
            <a:tbl>
              <a:tblPr/>
              <a:tblGrid>
                <a:gridCol w="2286000"/>
                <a:gridCol w="1371600"/>
                <a:gridCol w="1280160"/>
                <a:gridCol w="128016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132320" y="1188720"/>
            <a:ext cx="466344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Limit found: window cap 32 caps the satellite path at about 107 packets/s; receive window raised to 256</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Baseline tuned too: AIMD with cap 128 and a high start threshold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New default for the neural agent: cap 128 plus the AIMD hand-over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45 to 77% faster than tuned AIMD on lossy, satellite and fast paths; equal on 5G-like and hostile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CUBIC tried: mixed, never beat the agent. Cost of the agent: more retransmissions on the fast path</a:t>
            </a:r>
            <a:endParaRPr lang="en-US" sz="1400" dirty="0"/>
          </a:p>
        </p:txBody>
      </p:sp>
      <p:sp>
        <p:nvSpPr>
          <p:cNvPr id="6" name="Text 3"/>
          <p:cNvSpPr/>
          <p:nvPr/>
        </p:nvSpPr>
        <p:spPr>
          <a:xfrm>
            <a:off x="548640" y="4023360"/>
            <a:ext cx="621792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Flags: --maxcwnd, --ssthresh, --hybrid, --mode cubic. Code: eval_perf*.sh.</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28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Train the neural agent in C / on real netem</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Selective ACK where throughput limits the path</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Kernel netem and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Go-Back-N wastes bandwidth and suffers under reordering; C tests use an emulated path; the tabular agent did not beat AIMD in C.</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2026-10-10T14:53:43Z</dcterms:created>
  <dcterms:modified xsi:type="dcterms:W3CDTF">2026-10-10T14:53:43Z</dcterms:modified>
</cp:coreProperties>
</file>