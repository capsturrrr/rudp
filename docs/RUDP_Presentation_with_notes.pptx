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(0:20):</a:t>
            </a:r>
          </a:p>
          <a:p>
            <a:r>
              <a:t>- Good morning ma'am. We are Harshavardhan, Rohit and Shloak.</a:t>
            </a:r>
          </a:p>
          <a:p>
            <a:r>
              <a:t>- Our project is Smart-RUDP: a reliable transport protocol we built in C on top of UDP, plus a controller that learns how fast to send.</a:t>
            </a:r>
          </a:p>
          <a:p/>
          <a:p>
            <a:r>
              <a:t>IF ASKED: Say the three names and the GitHub link once,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UDP is fast but gives no guarantees: packets can be lost, duplicated or reordered.</a:t>
            </a:r>
          </a:p>
          <a:p>
            <a:r>
              <a:t>- TCP is reliable but sits inside the operating system, so you cannot see or change it.</a:t>
            </a:r>
          </a:p>
          <a:p>
            <a:r>
              <a:t>- In 1986 the early Internet had congestion collapse: throughput fell from 32 Kbps to 40 bps. TCP's congestion control was invented to fix that.</a:t>
            </a:r>
          </a:p>
          <a:p>
            <a:r>
              <a:t>- Our question: can we rebuild TCP's core ideas ourselves, on UDP?</a:t>
            </a:r>
          </a:p>
          <a:p/>
          <a:p>
            <a:r>
              <a:t>IF ASKED: Q: Why not just use TCP? A: TCP cannot be changed or inspected; building our own makes every mechanism visible. QUIC and HTTP/3 do the same in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The need: campus users send data to a server across a routed network. TCP is fixed in the kernel; UDP gives no guarantees.</a:t>
            </a:r>
          </a:p>
          <a:p>
            <a:r>
              <a:t>- Our answer: RUDP, a readable and tunable transport, and Smart-RUDP, which learns the window from RTT and loss.</a:t>
            </a:r>
          </a:p>
          <a:p>
            <a:r>
              <a:t>- Scenario: a student on VLAN 10 uploads to the server LAN. The ACL keeps students out of staff VLAN 20. If a core link fails, OSPF reroutes through R2: longer path, higher RTT, and the transport must adapt.</a:t>
            </a:r>
          </a:p>
          <a:p/>
          <a:p>
            <a:r>
              <a:t>IF ASKED: Q: Is this just a lab exercise? A: A lab sends datagrams. We built reliability and congestion control on top, measured them, and used them in an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Four pieces: handshake, reliability, flow control and congestion control.</a:t>
            </a:r>
          </a:p>
          <a:p>
            <a:r>
              <a:t>- About 670 lines of C across four source files, built in eight phases, on GitHub at Capsturrrr/rudp.</a:t>
            </a:r>
          </a:p>
          <a:p/>
          <a:p>
            <a:r>
              <a:t>IF ASKED: Q: Who did what? A: Agree one answer as a team before you go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- 13-byte header: sequence 4, ack 4, flags 1, checksum 2, payload length 2.</a:t>
            </a:r>
          </a:p>
          <a:p>
            <a:r>
              <a:t>- Fields are packed byte by byte so compiler padding never changes the wire format.</a:t>
            </a:r>
          </a:p>
          <a:p>
            <a:r>
              <a:t>- A data packet is 53 bytes on the wire; ACKs and handshake packets are 13.</a:t>
            </a:r>
          </a:p>
          <a:p/>
          <a:p>
            <a:r>
              <a:t>IF ASKED: Q: How does the checksum work? A: 16-bit one's-complement sum over header and payload, like UDP/TCP. A corrupted packet fails and is recovered by retransmission.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Three-way handshake: SYN, SYN-ACK, ACK. Then data, up to a window of packets in flight.</a:t>
            </a:r>
          </a:p>
          <a:p>
            <a:r>
              <a:t>- ACKs are cumulative: ACK N confirms everything before N. FIN closes the connection.</a:t>
            </a:r>
          </a:p>
          <a:p>
            <a:r>
              <a:t>- The server accepts a new SYN in any state, so a killed client can never leave it stuck. That was a real bug we fixed.</a:t>
            </a:r>
          </a:p>
          <a:p/>
          <a:p>
            <a:r>
              <a:t>IF ASKED: Q: What if the peer disappears? A: Sender keeps retransmitting on timeout. An abort after repeated timeouts is not implemented; it is the fix we would add.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The window is the number of packets in flight; it started fixed at 4 and is now driven by the congestion window.</a:t>
            </a:r>
          </a:p>
          <a:p>
            <a:r>
              <a:t>- Timeout is 500 ms; fast retransmit triggers after 3 duplicate ACKs, no waiting for the timer.</a:t>
            </a:r>
          </a:p>
          <a:p>
            <a:r>
              <a:t>- Proof: in a 20% loss netem capture we saw 12 timeouts about 500 ms apart. Result: the 2,442-byte message reassembled correctly.</a:t>
            </a:r>
          </a:p>
          <a:p/>
          <a:p>
            <a:r>
              <a:t>IF ASKED: Q: Why Go-Back-N? A: Simpler to build and explain. It wastes bandwidth under loss; Selective Repeat with SACK is our stated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Slow start: window grows by one per ACK until the threshold of 16. Then avoidance: plus 1/window per ACK.</a:t>
            </a:r>
          </a:p>
          <a:p>
            <a:r>
              <a:t>- Three duplicate ACKs: window halves. A timeout: window resets to 1 and the threshold halves. Cap is 32.</a:t>
            </a:r>
          </a:p>
          <a:p>
            <a:r>
              <a:t>- The graph shows fresh runs at 0, 10, 20 and 40 percent loss. Red marks are timeouts, green are fast retransmits.</a:t>
            </a:r>
          </a:p>
          <a:p/>
          <a:p>
            <a:r>
              <a:t>IF ASKED: Q: Why cap 32 and ssthresh 16? A: The cap stops a lossless run growing without bound; 16 is where doubling switches to linear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Three tools: a loss simulator inside the code (used for the benchmark), Linux tc/netem injecting real loss on loopback, and Wireshark/tshark.</a:t>
            </a:r>
          </a:p>
          <a:p>
            <a:r>
              <a:t>- Windows Wireshark could not see WSL loopback, so we captured with tshark inside WSL and copied the file across.</a:t>
            </a:r>
          </a:p>
          <a:p/>
          <a:p>
            <a:r>
              <a:t>IF ASKED: Q: Is the loss real? A: Benchmark and chat loss is simulated in the program. We also captured a real loopback run with tshark and netem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- 62 of 62 packets were delivered at every loss level from 0 to 40 percent.</a:t>
            </a:r>
          </a:p>
          <a:p>
            <a:r>
              <a:t>- Higher loss costs time and retransmissions, never correctness.</a:t>
            </a:r>
          </a:p>
          <a:p/>
          <a:p>
            <a:r>
              <a:t>IF ASKED: Q: Single runs? A: Yes, the original benchmark ran each level once. Smart-RUDP evaluation uses 6 runs per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Server stuck after a killed client: it hung 15.5 s; fix was to accept SYN in any state.</a:t>
            </a:r>
          </a:p>
          <a:p>
            <a:r>
              <a:t>- A leftover netem rule distorted results; we now check tc qdisc before each test.</a:t>
            </a:r>
          </a:p>
          <a:p>
            <a:r>
              <a:t>- Windows Wireshark saw nothing: capture inside WSL.</a:t>
            </a:r>
          </a:p>
          <a:p>
            <a:r>
              <a:t>- Benchmark script portability: replaced date and grep tricks with awk and sed.</a:t>
            </a:r>
          </a:p>
          <a:p/>
          <a:p>
            <a:r>
              <a:t>IF ASKED: Say these quickly: it shows real debugging, which is what separates a project from a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(0:30):</a:t>
            </a:r>
          </a:p>
          <a:p>
            <a:r>
              <a:t>- Jacobson and Karels 1988 is the origin of AIMD; Chiu and Jain 1989 explains why it converges fairly.</a:t>
            </a:r>
          </a:p>
          <a:p>
            <a:r>
              <a:t>- RFC 5681 is the standard; CUBIC is future work; QUIC and RFC 9000 are reliable transport over UDP in production.</a:t>
            </a:r>
          </a:p>
          <a:p>
            <a:r>
              <a:t>- The AI part comes from Midhula and Arun Raj Kumar (2024) and Cao et al. (2023, DRLFcc): deep reinforcement learning for congestion control. Smart-RUDP applies the same idea with a smaller tabular Q-learning agent.</a:t>
            </a:r>
          </a:p>
          <a:p>
            <a:r>
              <a:t>- Key researcher: Van Jacobson.</a:t>
            </a:r>
          </a:p>
          <a:p/>
          <a:p>
            <a:r>
              <a:t>IF ASKED: Q: Why AIMD? A: Chiu and Jain show it converges to a fair share. Q: Are those papers deep RL and yours is not? A: Yes; we used a lookup table, which is simpler and inspectable.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Four routers, OSPF area 0: R1, R2, R3 form a triangle and R4 is a branch.</a:t>
            </a:r>
          </a:p>
          <a:p>
            <a:r>
              <a:t>- Two VLANs with router-on-a-stick, DHCP on R1 and R4, and an access list blocking student to staff.</a:t>
            </a:r>
          </a:p>
          <a:p>
            <a:r>
              <a:t>- Server LAN is metric 2 via R3; branch is metric 3 via R2. Failover: shutting R1 Gi0/2 still gave 70 of 71 pings, rerouted via R2.</a:t>
            </a:r>
          </a:p>
          <a:p/>
          <a:p>
            <a:r>
              <a:t>IF ASKED: Q: Does RUDP run inside Packet Tracer? A: No, it cannot run C. Packet Tracer validates the network design; protocol is validated on one machine plus Wireshark.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Left: OSPF routes on R1 with the metrics. Middle: the link-failure test, 70 of 71 pings. Right: the ACL, where the student gets destination unreachable to staff but the server is still reachable (TTL 126).</a:t>
            </a:r>
          </a:p>
          <a:p/>
          <a:p>
            <a:r>
              <a:t>IF ASKED: If asked to show it live: have the .pkt file open and follow Demo_Steps.txt.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Q-learning with 80 states (RTT ratio, loss fraction, window size), sampled once per RTT.</a:t>
            </a:r>
          </a:p>
          <a:p>
            <a:r>
              <a:t>- Five actions: multiply the window by 0.5, 0.85, 1.0, 1.15 or 1.5.</a:t>
            </a:r>
          </a:p>
          <a:p>
            <a:r>
              <a:t>- Reward: throughput gained, minus delay growth, minus retransmissions. Same Go-Back-N reliability; only the window policy changes. Paths are emulated in the program: 5G-like, lossy wireless, satellite-like.</a:t>
            </a:r>
          </a:p>
          <a:p/>
          <a:p>
            <a:r>
              <a:t>IF ASKED: Q: Is it really learning? A: Yes, 40 training episodes; the learning-curve figure shows it. It is small and tabular with limited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(1:00):</a:t>
            </a:r>
          </a:p>
          <a:p>
            <a:r>
              <a:t>- This is the agent itself. Left: rl_cc.h, 73 lines of C. The state is 80 buckets of RTT ratio, loss and window size.</a:t>
            </a:r>
          </a:p>
          <a:p>
            <a:r>
              <a:t>- choose picks one of five window multipliers, usually the best, sometimes random so it keeps exploring.</a:t>
            </a:r>
          </a:p>
          <a:p>
            <a:r>
              <a:t>- update is the Q-learning rule: move the value of the action we took toward the reward plus the best value of the next state.</a:t>
            </a:r>
          </a:p>
          <a:p>
            <a:r>
              <a:t>- Right: the loop in smart_client.c. Once per RTT it computes the reward, throughput minus delay growth minus loss, updates the table, picks the next action and scales the window.</a:t>
            </a:r>
          </a:p>
          <a:p>
            <a:r>
              <a:t>- The code on the slide is simplified; the real files are in the repo.</a:t>
            </a:r>
          </a:p>
          <a:p>
            <a:r>
              <a:t>- We also built a deep version: web/dqn.py is a small neural network, two hidden layers of 32, trained with DQN in the same simulator. It reads continuous inputs instead of buckets.</a:t>
            </a:r>
          </a:p>
          <a:p/>
          <a:p>
            <a:r>
              <a:t>IF ASKED: Q: Is this deep RL? A: The C agent is tabular. The chat also has a deep agent, a small DQN in numpy (5-32-32-5). Q: Does deep beat the table? A: Modestly: 3.20 s vs 3.73 s mean on 48 unseen paths, faster on 19, slower on 6. Q: Any problem? A: Training is seed-sensitive: 1 of 4 seeds failed, so we select on validation paths. It is simulated and not in the C code. Q: Where is it trained? A: web/train.py for the chat, the smart client trains online for the main experiments; table in results/q_chat.txt.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Be honest: it did not beat AIMD. Plus 63 percent time on 5G-like, plus 10 percent on satellite, a tie on the lossy path.</a:t>
            </a:r>
          </a:p>
          <a:p>
            <a:r>
              <a:t>- It used somewhat fewer retransmissions on two paths, within run-to-run noise.</a:t>
            </a:r>
          </a:p>
          <a:p>
            <a:r>
              <a:t>- Earlier training rounds were much worse; this is the final configuration. The finding is that a simple learner does not beat a tuned rule.</a:t>
            </a:r>
          </a:p>
          <a:p>
            <a:r>
              <a:t>- In the chat, retrained for bursty random-loss traffic, it does beat AIMD on most simulated paths; mention that on slide 19.</a:t>
            </a:r>
          </a:p>
          <a:p/>
          <a:p>
            <a:r>
              <a:t>IF ASKED: Q: Then what was the point? A: The experiment. We tested whether a learned window helps and report the answer, including the negative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(0:40):</a:t>
            </a:r>
          </a:p>
          <a:p>
            <a:r>
              <a:t>- We wrote a Lua dissector, named smartrudp, that decodes sequence, ack, flags, checksum and length.</a:t>
            </a:r>
          </a:p>
          <a:p>
            <a:r>
              <a:t>- Useful filters: smartrudp.flags.data == 1 and smartrudp.seq == N.</a:t>
            </a:r>
          </a:p>
          <a:p>
            <a:r>
              <a:t>- In a 400-packet lossy run the receiver saw 87 (AIMD) and 95 (Smart) repeated data segments.</a:t>
            </a:r>
          </a:p>
          <a:p>
            <a:r>
              <a:t>- The program's exported trace uses topology addresses and has no handshake.</a:t>
            </a:r>
          </a:p>
          <a:p/>
          <a:p>
            <a:r>
              <a:t>IF ASKED: Q: Why no handshake in the export? A: The export builds synthetic packets. The real tshark capture on the next slide shows the handshake.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Left: the first three packets, SYN, SYN-ACK and ACK, decoded by our dissector (filter frame.number &lt;= 3).</a:t>
            </a:r>
          </a:p>
          <a:p>
            <a:r>
              <a:t>- Right: filter smartrudp.seq == N shows the same segment twice, a retransmission.</a:t>
            </a:r>
          </a:p>
          <a:p/>
          <a:p>
            <a:r>
              <a:t>IF ASKED: If Wireshark is open live: Analyze, Decode As, UDP 8888 = RUDP, then use these two filters.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(1:00):</a:t>
            </a:r>
          </a:p>
          <a:p>
            <a:r>
              <a:t>- The protocol in use: each message is one numbered, checksummed RUDP segment, ACKed in order.</a:t>
            </a:r>
          </a:p>
          <a:p>
            <a:r>
              <a:t>- There is a terminal version and a browser version; two devices were linked over Tailscale, laptop and phone.</a:t>
            </a:r>
          </a:p>
          <a:p>
            <a:r>
              <a:t>- Drag the loss slider: lost messages are resent and still arrive in order. The right panel shows sent, lost and resent counts and the log.</a:t>
            </a:r>
          </a:p>
          <a:p>
            <a:r>
              <a:t>- There is a controller switch: fixed window, AIMD, or Smart-RUDP. For the chat we retrained Smart-RUDP on simulated paths: it was faster than AIMD on 5 of 6 held-out paths and equal on 1, because AIMD resets to one packet on random loss. Say it is simulated, and that the agent may not shrink the window without a congestion signal. Stress test: 48 random paths the agent never trained on, 3 seeds each. Mean delivery time was 3.73 seconds for Smart-RUDP against 7.16 for AIMD. Smart-RUDP was faster on 27 paths, slower on 5, within 5 percent on 16. So on our data, in simulation, it beats AIMD in the chat setting. There is also a deep neural-network option in the controller dropdown; it gave 3.20 seconds mean on the stress paths against 3.73 for the table.</a:t>
            </a:r>
          </a:p>
          <a:p/>
          <a:p>
            <a:r>
              <a:t>IF ASKED: Q: Is that a fair win? A: Both start from the same window of 10; held-out paths and seeds; honest limits: simulated, and without the no-shrink rule the agent lost. Q: Did it win in Section 8? A: No, that result stands. Q: Where does it lose? A: Tight bottleneck queues and very high loss; the fixed window of 8 is hard to beat there. A broader-trained agent did worse, so we kept the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(1:00):</a:t>
            </a:r>
          </a:p>
          <a:p>
            <a:r>
              <a:t>- The abstract also promised TCP and plain UDP baselines, so we ran them on the same 48 unseen simulated paths.</a:t>
            </a:r>
          </a:p>
          <a:p>
            <a:r>
              <a:t>- Plain UDP delivered only 68 percent of the messages, so reliability is needed. Our TCP model, with selective acknowledgments, has the lowest median at 1.48 seconds.</a:t>
            </a:r>
          </a:p>
          <a:p>
            <a:r>
              <a:t>- Smart-RUDP deep is at 3.20 seconds mean and is about even with the TCP model path by path: faster on 22, slower on 23.</a:t>
            </a:r>
          </a:p>
          <a:p>
            <a:r>
              <a:t>- The gap to TCP is mostly Go-Back-N. A selective-ack version of our transport cut AIMD from 7.16 to 4.90 seconds in simulation.</a:t>
            </a:r>
          </a:p>
          <a:p>
            <a:r>
              <a:t>- Reordering hurts Go-Back-N badly: AIMD goes from 0.82 to 6.79 seconds at 20 milliseconds of jitter. The learned agents cope better and selective ack removes most of the damage.</a:t>
            </a:r>
          </a:p>
          <a:p>
            <a:r>
              <a:t>- For the C experiments we repeated 20 runs per mode: Smart-RUDP is still slower on 5G and satellite and ties on lossy.</a:t>
            </a:r>
          </a:p>
          <a:p/>
          <a:p>
            <a:r>
              <a:t>IF ASKED: Q: Is the TCP row real TCP? A: No, it is a model with the same window cap; real kernel TCP needs netem on Linux, and we provide the script. Q: Why did you not implement SACK in C? A: Time; the simulation shows it is the biggest win and it is the first item of future work. Q: Is 20 runs enough? A: The intervals exclude zero for 5G and satellite and include zero for lossy.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(0:50):</a:t>
            </a:r>
          </a:p>
          <a:p>
            <a:r>
              <a:t>- Learned: reliability is a set of simple rules working together; congestion control matters as much as retransmission; testing tools fail in surprising ways.</a:t>
            </a:r>
          </a:p>
          <a:p>
            <a:r>
              <a:t>- Next: Selective Repeat with SACK, a stronger learning agent, adaptive timeout, and tests on a real multi-machine network.</a:t>
            </a:r>
          </a:p>
          <a:p>
            <a:r>
              <a:t>- Name the limits before she does: Go-Back-N, loopback-only protocol tests, Smart-RUDP not beating AIMD.</a:t>
            </a:r>
          </a:p>
          <a:p/>
          <a:p>
            <a:r>
              <a:t>IF ASKED: End on the limits and the fix order: SACK, adaptive timeout, real-network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(0:15):</a:t>
            </a:r>
          </a:p>
          <a:p>
            <a:r>
              <a:t>- Thank you. The code, report and captures are at github.com/Capsturrrr/rudp. Happy to take questions.</a:t>
            </a:r>
          </a:p>
          <a:p/>
          <a:p>
            <a:r>
              <a:t>IF ASKED: Pause and smile; hand over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SAY (-):</a:t>
            </a:r>
          </a:p>
          <a:p>
            <a:r>
              <a:t>- Only if asked: the window starts at 1, adds 1 per ACK until the threshold 16, then 1/window per ACK. In the 62-packet run the final window was 18.71.</a:t>
            </a:r>
          </a:p>
          <a:p/>
          <a:p>
            <a:r>
              <a:t>IF ASKED: Use this slide to answer 'show me congestion avoidance'.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Reliable UDP with learning-based congestion control, in 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B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Faculty: Anuradha 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24BAI0274   Rohit Arya 24BCE0819   Shloak Sinha 24BDS0378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UDP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simple, but no guarantees: packets can be lost, duplicated or reordered.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3774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Reliable, but lives inside the OS kernel. Hard to see, hard to change, hard to learn from.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1986 the early Internet suffered congestion collapse: throughput fell from 32 Kbps to 40 bps. TCP congestion control was invented to fix 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question: can we rebuild TCP's core ideas ourselves, on top of UDP?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we built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users send data to a server across a routed network. TCP is fixed inside the kernel; plain UDP gives no guarantees. Real systems (QUIC, HTTP/3) solve this with reliability built in user space over UDP.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228600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Our answer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RUDP: a readable, tunable reliable transport over UDP, plus Smart-RUDP, a controller that learns the window from RTT and loss.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023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student on VLAN 10 uploads a file to the server LAN. The ACL keeps students out of staff VLAN 20. If a core link fails, OSPF reroutes through R2: a longer path and higher RTT that the transport must adapt to.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Validated: protocol tests and Smart-RUDP vs AIMD on emulated paths; network design built and tested in Packet Tracer; traffic analysed in Wireshark.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SYN, SYN-ACK, ACK before any data flows.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numbers, ACKs, checksums, timeouts, retransmission.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control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Go-Back-N sliding window; its size is the congestion window.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2926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508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235440" y="2011680"/>
            <a:ext cx="2286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AIMD: slow start, avoidance, halve on loss.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670 lines of C across 4 source files. Client + server, built in 8 phases, on github.com/Capsturrrr/rudp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RUDP packet header: 13 bytes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23   Smart-RUDP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972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Field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Size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Purpose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seq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ack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packet expected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flags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 / ACK / FIN /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checksum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corruption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payload_len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length (max 512)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packed byte by byte, so compiler struct padding never changes the wire format.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packet = 53 bytes on the wire. ACK / handshake = 13 bytes.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Handshake and data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8016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91840" y="1280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1280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connection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029968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2996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029968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SYN-ACK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202996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0299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agrees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2779776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77977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77977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29184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2779776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ESTABLISHED, data may flow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529584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5295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529584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352958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352958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window-size packets in flight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4279392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27939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427939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ACK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291840" y="42793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&lt;-  Server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279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Cumulative: confirms everything up to 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029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188720" y="50292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291840" y="50292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-&gt;  Server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connection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accepts a new SYN in any state, so a killed client can never leave it stuck.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Reliability: Go-Back-N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23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cwnd packets in flight (fixed at 4 in Phase 4, then driven by cwnd)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sends cumulative ACKs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 timeout: 500 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retransmit after 3 duplicate ACKs, no waiting for the timer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Checksum failures are dropped, then recovered by retransmission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371600"/>
            <a:ext cx="4023360" cy="21945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0" y="1508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0" y="201168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netem 20% loss capture we saw 12 timeouts spaced about 500 ms apart.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589520" y="3840480"/>
            <a:ext cx="4023360" cy="182880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3977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2400" y="4480560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2,442-byte message reassembled correctly.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Congestion control: AIMD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23   Smart-RUDP</a:t>
            </a:r>
            <a:endParaRPr lang="en-US" sz="1000" dirty="0"/>
          </a:p>
        </p:txBody>
      </p:sp>
      <p:pic>
        <p:nvPicPr>
          <p:cNvPr id="4" name="Image 0" descr="fig2_cwnd_los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70408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760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runs at 0%, 10%, 20% and 40% simulated loss. Red = timeout, green = fast retransmit.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863840" y="1371600"/>
            <a:ext cx="3840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start: cwnd +1 per ACK, below ssthresh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Avoidance: cwnd + 1/cwnd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dup ACKs: cwnd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Timeout: cwnd resets to 1, ssthresh halves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32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we tested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Built-in loss simulator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packets in code at a set percentage. Used for the benchmark.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/ netem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kernel injects real loss on loopback. Used to validate behaviour.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2918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 / tshark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WSL, opened in Windows Wireshark. Confirmed handshake, ACKs,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 could not see WSL loopback from Windows, so we captured with tshark inside WSL and copied the file across.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   Smart-RUDP</a:t>
            </a:r>
            <a:endParaRPr lang="en-US" sz="1000" dirty="0"/>
          </a:p>
        </p:txBody>
      </p:sp>
      <p:pic>
        <p:nvPicPr>
          <p:cNvPr id="4" name="Image 0" descr="fig3_benchmark_du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669280" cy="3259836"/>
          </a:xfrm>
          <a:prstGeom prst="rect">
            <a:avLst/>
          </a:prstGeom>
        </p:spPr>
      </p:pic>
      <p:pic>
        <p:nvPicPr>
          <p:cNvPr id="5" name="Image 1" descr="fig4_benchmark_final_cw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154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 of 62 packets delivered at every loss level, from 0% to 40%.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Problems we hit and fixed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   Smart-RUDP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Problem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Fix</a:t>
                      </a:r>
                      <a:endParaRPr lang="en-US" sz="17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stuck after killed client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 SYN in any state (was a 15.5 s hang)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Leftover netem rule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tc qdisc show dev lo, delete before each test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Wireshark saw nothing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with tshark inside WSL, then copy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Shell portability in benchmark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Replaced date/grep tricks with awk and sed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Literature behind the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   Smart-RUDP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Jacobson &amp; Karels (1988): congestion avoidance and control, the origin of AIMD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 &amp; Jain (1989): why additive increase, multiplicative decrease converges fairly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5681 (2009): TCP congestion control standard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Ha, Rhee, Xu (2008): CUBIC, our future-work direction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Langley et al. (2017) and RFC 9000: QUIC, reliable transport over UDP in production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Midhula &amp; Arun Raj Kumar (2024) and Cao et al. (2023, DRLFcc): deep reinforcement learning for congestion control, the idea behind Smart-RUDP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researcher: Van Jacobson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Network design: OSPF topology in Packet Tracer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   Smart-RUDP</a:t>
            </a:r>
            <a:endParaRPr lang="en-US" sz="1000" dirty="0"/>
          </a:p>
        </p:txBody>
      </p:sp>
      <p:pic>
        <p:nvPicPr>
          <p:cNvPr id="4" name="Image 0" descr="topolog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7863840" cy="423244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2801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routers, OSPF area 0 (R1-R2-R3 triangle, R4 branch)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VLANs, router-on-a-stick, DHCP on R1 and R4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list: student to staff blocked (verified)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server LAN metric 2 via R3, branch metric 3 via R2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Failover: shut R1 Gi0/2, 70/71 pings, reroute via R2 (metric 3)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tested in Packet Tracer: OSPF adjacencies, routes, ACL and failover all verified.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Packet Tracer results: routes, failover, ACL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   Smart-RUDP</a:t>
            </a:r>
            <a:endParaRPr lang="en-US" sz="1000" dirty="0"/>
          </a:p>
        </p:txBody>
      </p:sp>
      <p:pic>
        <p:nvPicPr>
          <p:cNvPr id="4" name="Image 0" descr="pt_rou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584448" cy="3017520"/>
          </a:xfrm>
          <a:prstGeom prst="rect">
            <a:avLst/>
          </a:prstGeom>
        </p:spPr>
      </p:pic>
      <p:pic>
        <p:nvPicPr>
          <p:cNvPr id="5" name="Image 1" descr="pt_fail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097280"/>
            <a:ext cx="3017520" cy="3017520"/>
          </a:xfrm>
          <a:prstGeom prst="rect">
            <a:avLst/>
          </a:prstGeom>
        </p:spPr>
      </p:pic>
      <p:pic>
        <p:nvPicPr>
          <p:cNvPr id="6" name="Image 2" descr="pt_ac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097280"/>
            <a:ext cx="4023360" cy="30175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OSPF routes on R1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429768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 failure: 70/71 pings, reroute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7498080" y="42062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ACL: student blocked, staff allowed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LAN metric 2 via R3, branch LAN metric 3 via R2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Shutting R1 Gi0/2: traffic reroutes via R2, only 1 of 71 pings lost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PC gets "destination unreachable" to staff; server still reachable (TTL 126)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Smart-RUDP: a Q-learning window controller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(80)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ratio x loss fraction x window size, sampled once per RTT.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(5)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cwnd by 0.5, 0.85, 1.0, 1.15 or 1.5.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46720" y="1371600"/>
            <a:ext cx="3566160" cy="310896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508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32004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gained, minus delay growth, minus retransmissions.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Go-Back-N reliability as the baseline; only the window policy changes. Paths emulated in-program: 5G-like, lossy wireless, satellite-like.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AI agent in our code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66928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src/rl_cc.h  (agent, simplified)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53949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state: 4 x 4 x 5 = 80 buckets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(rtt_bucket*4 + loss_bucket)*5 + cwnd_bucket;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choose: explore with prob. eps, else best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rl_choose(a, s)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(rand01() &lt; a-&gt;eps) return rand() % 5;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argmax(a-&gt;q[s]);        // 5 actions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learn: the Q-learning update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rl_update(a, s, act, r, s2)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 = r + a-&gt;gamma * max(a-&gt;q[s2]);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a-&gt;q[s][act] += a-&gt;alpha * (target - a-&gt;q[s][act]);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234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src/smart_client.c  (decision loop, simplified)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16002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once per RTT, in smart_client.c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ratio = rtt / base_rtt;   lossf = losses / sent;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reward = sqrt(throughput_norm)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- 0.5 * max(0, ratio - 1)   // delay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- 4.0 * lossf;              // loss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rl_update(&amp;ag, prev_s, prev_a, reward,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  = rl_choose(&amp;ag, s2);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cwnd *= {0.5, 0.85, 1.0, 1.15, 1.5}[act];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57784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Q-learning: alpha 0.15, gamma 0.9. Chat version: web/cc.py, trained in web/train.py (results/q_chat.txt). Deep version: web/dqn.py, a small neural network (5-32-32-5) trained by DQN in web/train_deep.py.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Smart-RUDP vs AIMD: honest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   Smart-RUDP</a:t>
            </a:r>
            <a:endParaRPr lang="en-US" sz="1000" dirty="0"/>
          </a:p>
        </p:txBody>
      </p:sp>
      <p:pic>
        <p:nvPicPr>
          <p:cNvPr id="4" name="Image 0" descr="sm_fig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11064240" cy="36210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evaluation runs per scenario after 40 training episodes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faster: +63% time on 5G-like, +10% on satellite, tie on lossy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retransmissions on 5G-like and satellite, but within run-to-run noise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training rounds were much worse; reported run is the final configuration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RUDP dissector and traces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   Smart-RUDP</a:t>
            </a:r>
            <a:endParaRPr lang="en-US" sz="1000" dirty="0"/>
          </a:p>
        </p:txBody>
      </p:sp>
      <p:pic>
        <p:nvPicPr>
          <p:cNvPr id="4" name="Image 0" descr="wireshark_seq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7863840" cy="2716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95360" y="128016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rudp.lua decodes seq, ack, flags, checksum, length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smartrudp.flags.data == 1, smartrudp.seq == 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packets, lossy path: 87 (AIMD) and 95 (Smart) repeated data segments seen at the receiver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exported by the program, topology addresses, handshake not included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Wireshark: real capture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   Smart-RUDP</a:t>
            </a:r>
            <a:endParaRPr lang="en-US" sz="1000" dirty="0"/>
          </a:p>
        </p:txBody>
      </p:sp>
      <p:pic>
        <p:nvPicPr>
          <p:cNvPr id="4" name="Image 0" descr="ws_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3840480" cy="4456406"/>
          </a:xfrm>
          <a:prstGeom prst="rect">
            <a:avLst/>
          </a:prstGeom>
        </p:spPr>
      </p:pic>
      <p:pic>
        <p:nvPicPr>
          <p:cNvPr id="5" name="Image 1" descr="ws_ret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6949440" cy="343128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663440" y="466344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SYN, SYN-ACK, ACK decoded by the smartrudp dissector (filter frame.number &lt;= 3)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smartrudp.seq == N shows the same segment sent twice, a retransmission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Demo: RUDP Chat over the internet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   Smart-RUDP</a:t>
            </a:r>
            <a:endParaRPr lang="en-US" sz="1000" dirty="0"/>
          </a:p>
        </p:txBody>
      </p:sp>
      <p:pic>
        <p:nvPicPr>
          <p:cNvPr id="4" name="Image 0" descr="web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223760" cy="44655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1188720"/>
            <a:ext cx="384048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is one RUDP segment: numbered, checksummed, ACKed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UI via a small gateway; terminal version too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linked over Tailscale (laptop and phone)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slider: lost messages are resent and still arrive in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controller switch: fixed, AIMD or Smart-RUDP (Q-learning, learns live)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for the chat: faster than AIMD on 5 of 6 held-out paths, equal on 1 (Table 11)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test, 48 unseen paths: table 3.73 s, deep (DQN) 3.20 s, AIMD 7.16 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is seed-sensitive, so picked on validation paths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evidence: baselines, SACK, reordering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   Smart-RUDP</a:t>
            </a:r>
            <a:endParaRPr lang="en-US" sz="1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4864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48 unseen paths (simulated)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F1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FF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UDP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 delivered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TCP model (selective ACK)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fixed window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3.88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RUDP AIMD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7.16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2.72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Smart-RUDP, deep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4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118872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(simulated): AIMD mean 7.16 s to 4.90 s, median 2.72 s to 1.44 s; faster on 34 of 48 paths. Go-Back-N is the main weakness.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Reordering (20 ms jitter): AIMD 0.82 s to 6.79 s; deep agent 0.93 s; SACK removes most of the damage.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20-run intervals for the C experiments: Smart slower on 5G-like (+0.92 s) and satellite-like (+6.3 s), tie on lossy.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5120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TCP row is a model, not kernel TCP. Real netem numbers need a Linux machine: netem_baselines.sh.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Learnings and future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   Smart-RUDP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39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is a set of simple rules working together.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control matters as much as retransmission.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tools fail in surprising ways.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solidFill>
            <a:srgbClr val="141B24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0292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ACK in the C code (largest gain in simulation)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agent in the C transport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netem and real multi-machine tests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Go-Back-N wastes bandwidth and suffers under reordering; C tests use an emulated path; the tabular agent did not beat AIMD in C.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github.com/Capsturrrr/rudp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9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Harshavardhan Mallela   Rohit Arya   Shloak Sinha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9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Appendix: slow start and congestion avoidance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41832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8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Appendix   Smart-RUDP</a:t>
            </a:r>
            <a:endParaRPr lang="en-US" sz="1000" dirty="0"/>
          </a:p>
        </p:txBody>
      </p:sp>
      <p:pic>
        <p:nvPicPr>
          <p:cNvPr id="4" name="Image 0" descr="fig1_cwnd_no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88720"/>
            <a:ext cx="7498080" cy="3998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14630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cwnd starts at 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per ACK until ssthresh = 16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+1/cwnd per ACK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packets, final cwnd 18.71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2026-10-09T22:17:26Z</dcterms:created>
  <dcterms:modified xsi:type="dcterms:W3CDTF">2026-10-09T22:17:26Z</dcterms:modified>
</cp:coreProperties>
</file>