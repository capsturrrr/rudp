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0:20</a:t>
            </a:r>
          </a:p>
          <a:p/>
          <a:p>
            <a:r>
              <a:t>- Good morning ma'am. We are Harshavardhan, Rohit and Shloak.</a:t>
            </a:r>
          </a:p>
          <a:p>
            <a:r>
              <a:t>- Our project is Smart-RUDP: a reliable transport protocol we built in C on top of UDP, plus a controller that learns how fast to send.</a:t>
            </a:r>
          </a:p>
          <a:p/>
          <a:p>
            <a:r>
              <a:t>IF ASKED: Say the three names and the GitHub link once,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UDP is fast but gives no guarantees: packets can be lost, duplicated or reordered.</a:t>
            </a:r>
          </a:p>
          <a:p>
            <a:r>
              <a:t>- TCP is reliable but sits inside the operating system, so you cannot see or change it.</a:t>
            </a:r>
          </a:p>
          <a:p>
            <a:r>
              <a:t>- In 1986 the early Internet had congestion collapse: throughput fell from 32 Kbps to 40 bps. TCP's congestion control was invented to fix that.</a:t>
            </a:r>
          </a:p>
          <a:p>
            <a:r>
              <a:t>- Our question: can we rebuild TCP's core ideas ourselves, on UDP?</a:t>
            </a:r>
          </a:p>
          <a:p/>
          <a:p>
            <a:r>
              <a:t>IF ASKED: Q: Why not just use TCP? A: TCP cannot be changed or inspected; building our own makes every mechanism visible. QUIC and HTTP/3 do the same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The need: campus users send data to a server across a routed network. TCP is fixed in the kernel; UDP gives no guarantees.</a:t>
            </a:r>
          </a:p>
          <a:p>
            <a:r>
              <a:t>- Our answer: RUDP, a readable and tunable transport, and Smart-RUDP, which learns the window from RTT and loss.</a:t>
            </a:r>
          </a:p>
          <a:p>
            <a:r>
              <a:t>- Scenario: a student on VLAN 10 uploads to the server LAN. The ACL keeps students out of staff VLAN 20. If a core link fails, OSPF reroutes through R2: longer path, higher RTT, and the transport must adapt.</a:t>
            </a:r>
          </a:p>
          <a:p/>
          <a:p>
            <a:r>
              <a:t>IF ASKED: Q: Is this just a lab exercise? A: A lab sends datagrams. We built reliability and congestion control on top, measured them, and used them in an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Four pieces: handshake, reliability, flow control and congestion control.</a:t>
            </a:r>
          </a:p>
          <a:p>
            <a:r>
              <a:t>- About 670 lines of C across four source files, built in eight phases, on GitHub at Capsturrrr/rudp.</a:t>
            </a:r>
          </a:p>
          <a:p/>
          <a:p>
            <a:r>
              <a:t>IF ASKED: Q: Who did what? A: Agree one answer as a team before you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- 13-byte header: sequence 4, ack 4, flags 1, checksum 2, payload length 2.</a:t>
            </a:r>
          </a:p>
          <a:p>
            <a:r>
              <a:t>- Fields are packed byte by byte so compiler padding never changes the wire format.</a:t>
            </a:r>
          </a:p>
          <a:p>
            <a:r>
              <a:t>- A data packet is 53 bytes on the wire; ACKs and handshake packets are 13.</a:t>
            </a:r>
          </a:p>
          <a:p/>
          <a:p>
            <a:r>
              <a:t>IF ASKED: Q: How does the checksum work? A: 16-bit one's-complement sum over header and payload, like UDP/TCP. A corrupted packet fails and is recovered by retransmission.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Three-way handshake: SYN, SYN-ACK, ACK. Then data, up to a window of packets in flight.</a:t>
            </a:r>
          </a:p>
          <a:p>
            <a:r>
              <a:t>- ACKs are cumulative: ACK N confirms everything before N. FIN closes the connection.</a:t>
            </a:r>
          </a:p>
          <a:p>
            <a:r>
              <a:t>- The server accepts a new SYN in any state, so a killed client can never leave it stuck. That was a real bug we fixed.</a:t>
            </a:r>
          </a:p>
          <a:p/>
          <a:p>
            <a:r>
              <a:t>IF ASKED: Q: What if the peer disappears? A: Sender keeps retransmitting on timeout. An abort after repeated timeouts is not implemented; it is the fix we would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The window is the number of packets in flight; it started fixed at 4 and is now driven by the congestion window.</a:t>
            </a:r>
          </a:p>
          <a:p>
            <a:r>
              <a:t>- Timeout is 500 ms; fast retransmit triggers after 3 duplicate ACKs, no waiting for the timer.</a:t>
            </a:r>
          </a:p>
          <a:p>
            <a:r>
              <a:t>- Proof: in a 20% loss netem capture we saw 12 timeouts about 500 ms apart. Result: the 2,442-byte message reassembled correctly.</a:t>
            </a:r>
          </a:p>
          <a:p/>
          <a:p>
            <a:r>
              <a:t>IF ASKED: Q: Why Go-Back-N? A: Simpler to build and explain. It wastes bandwidth under loss; Selective Repeat with SACK is our stated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Slow start: window grows by one per ACK until the threshold of 16. Then avoidance: plus 1/window per ACK.</a:t>
            </a:r>
          </a:p>
          <a:p>
            <a:r>
              <a:t>- Three duplicate ACKs: window halves. A timeout: window resets to 1 and the threshold halves. Cap is 32.</a:t>
            </a:r>
          </a:p>
          <a:p>
            <a:r>
              <a:t>- The graph shows fresh runs at 0, 10, 20 and 40 percent loss. Red marks are timeouts, green are fast retransmits.</a:t>
            </a:r>
          </a:p>
          <a:p/>
          <a:p>
            <a:r>
              <a:t>IF ASKED: Q: Why cap 32 and ssthresh 16? A: The cap stops a lossless run growing without bound; 16 is where doubling switches to linear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Three tools: a loss simulator inside the code (used for the benchmark), Linux tc/netem injecting real loss on loopback, and Wireshark/tshark.</a:t>
            </a:r>
          </a:p>
          <a:p>
            <a:r>
              <a:t>- Windows Wireshark could not see WSL loopback, so we captured with tshark inside WSL and copied the file across.</a:t>
            </a:r>
          </a:p>
          <a:p/>
          <a:p>
            <a:r>
              <a:t>IF ASKED: Q: Is the loss real? A: Benchmark and chat loss is simulated in the program. We also captured a real loopback run with tshark and netem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- 62 of 62 packets were delivered at every loss level from 0 to 40 percent.</a:t>
            </a:r>
          </a:p>
          <a:p>
            <a:r>
              <a:t>- Higher loss costs time and retransmissions, never correctness.</a:t>
            </a:r>
          </a:p>
          <a:p/>
          <a:p>
            <a:r>
              <a:t>IF ASKED: Q: Single runs? A: Yes, the original benchmark ran each level once. Smart-RUDP evaluation uses 6 runs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Server stuck after a killed client: it hung 15.5 s; fix was to accept SYN in any state.</a:t>
            </a:r>
          </a:p>
          <a:p>
            <a:r>
              <a:t>- A leftover netem rule distorted results; we now check tc qdisc before each test.</a:t>
            </a:r>
          </a:p>
          <a:p>
            <a:r>
              <a:t>- Windows Wireshark saw nothing: capture inside WSL.</a:t>
            </a:r>
          </a:p>
          <a:p>
            <a:r>
              <a:t>- Benchmark script portability: replaced date and grep tricks with awk and sed.</a:t>
            </a:r>
          </a:p>
          <a:p/>
          <a:p>
            <a:r>
              <a:t>IF ASKED: Say these quickly: it shows real debugging, which is what separates a project from 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0:30</a:t>
            </a:r>
          </a:p>
          <a:p/>
          <a:p>
            <a:r>
              <a:t>- Jacobson and Karels 1988 is the origin of AIMD; Chiu and Jain 1989 explains why it converges fairly.</a:t>
            </a:r>
          </a:p>
          <a:p>
            <a:r>
              <a:t>- RFC 5681 is the standard; CUBIC is future work; QUIC and RFC 9000 are reliable transport over UDP in production.</a:t>
            </a:r>
          </a:p>
          <a:p>
            <a:r>
              <a:t>- The AI part comes from Midhula and Arun Raj Kumar (2024) and Cao et al. (2023, DRLFcc): deep reinforcement learning for congestion control. Smart-RUDP applies the same idea with a smaller tabular Q-learning agent.</a:t>
            </a:r>
          </a:p>
          <a:p>
            <a:r>
              <a:t>- Key researcher: Van Jacobson.</a:t>
            </a:r>
          </a:p>
          <a:p/>
          <a:p>
            <a:r>
              <a:t>IF ASKED: Q: Why AIMD? A: Chiu and Jain show it converges to a fair share. Q: Are those papers deep RL and yours is not? A: Yes; we used a lookup table, which is simpler 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Four routers, OSPF area 0: R1, R2, R3 form a triangle and R4 is a branch.</a:t>
            </a:r>
          </a:p>
          <a:p>
            <a:r>
              <a:t>- Two VLANs with router-on-a-stick, DHCP on R1 and R4, and an access list blocking student to staff.</a:t>
            </a:r>
          </a:p>
          <a:p>
            <a:r>
              <a:t>- Server LAN is metric 2 via R3; branch is metric 3 via R2. Failover: shutting R1 Gi0/2 still gave 70 of 71 pings, rerouted via R2.</a:t>
            </a:r>
          </a:p>
          <a:p/>
          <a:p>
            <a:r>
              <a:t>IF ASKED: Q: Does RUDP run inside Packet Tracer? A: No, it cannot run C. Packet Tracer validates the network design; protocol is validated on one machine plus Wireshark.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Left: OSPF routes on R1 with the metrics. Middle: the link-failure test, 70 of 71 pings. Right: the ACL, where the student gets destination unreachable to staff but the server is still reachable (TTL 126).</a:t>
            </a:r>
          </a:p>
          <a:p/>
          <a:p>
            <a:r>
              <a:t>IF ASKED: If asked to show it live: have the .pkt file open and follow Demo_Steps.txt.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Q-learning with 80 states (RTT ratio, loss fraction, window size), sampled once per RTT.</a:t>
            </a:r>
          </a:p>
          <a:p>
            <a:r>
              <a:t>- Five actions: multiply the window by 0.5, 0.85, 1.0, 1.15 or 1.5.</a:t>
            </a:r>
          </a:p>
          <a:p>
            <a:r>
              <a:t>- Reward: throughput gained, minus delay growth, minus retransmissions. Same Go-Back-N reliability; only the window policy changes. Paths are emulated in the program: 5G-like, lossy wireless, satellite-like.</a:t>
            </a:r>
          </a:p>
          <a:p/>
          <a:p>
            <a:r>
              <a:t>IF ASKED: Q: Is it really learning? A: Yes, 40 training episodes; the learning-curve figure shows it. It is small and tabular with limited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This is the agent itself. Left: rl_cc.h, 73 lines of C. The state is 80 buckets of RTT ratio, loss and window size.</a:t>
            </a:r>
          </a:p>
          <a:p>
            <a:r>
              <a:t>- choose picks one of five window multipliers, usually the best, sometimes random so it keeps exploring.</a:t>
            </a:r>
          </a:p>
          <a:p>
            <a:r>
              <a:t>- update is the Q-learning rule: move the value of the action we took toward the reward plus the best value of the next state.</a:t>
            </a:r>
          </a:p>
          <a:p>
            <a:r>
              <a:t>- Right: the loop in smart_client.c. Once per RTT it computes the reward, throughput minus delay growth minus loss, updates the table, picks the next action and scales the window.</a:t>
            </a:r>
          </a:p>
          <a:p>
            <a:r>
              <a:t>- The code on the slide is simplified; the real files are in the repo.</a:t>
            </a:r>
          </a:p>
          <a:p>
            <a:r>
              <a:t>- We also built a deep version: web/dqn.py is a small neural network, two hidden layers of 32, trained with DQN in the same simulator. It reads continuous inputs instead of buckets.</a:t>
            </a:r>
          </a:p>
          <a:p/>
          <a:p>
            <a:r>
              <a:t>IF ASKED: Q: Is this deep RL? A: The C agent is tabular. The chat also has a deep agent, a small DQN in numpy (5-32-32-5). Q: Does deep beat the table? A: Modestly: 3.20 s vs 3.73 s mean on 48 unseen paths, faster on 19, slower on 6. Q: Any problem? A: Training is seed-sensitive: 1 of 4 seeds failed, so we select on validation paths. It is simulated and not in the C code. Q: Where is it trained? A: web/train.py for the chat, the smart client trains online for the main experiments; table in results/q_chat.txt.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Be honest: it did not beat AIMD. Plus 63 percent time on 5G-like, plus 10 percent on satellite, a tie on the lossy path.</a:t>
            </a:r>
          </a:p>
          <a:p>
            <a:r>
              <a:t>- It used somewhat fewer retransmissions on two paths, within run-to-run noise.</a:t>
            </a:r>
          </a:p>
          <a:p>
            <a:r>
              <a:t>- Earlier training rounds were much worse; this is the final configuration. The finding is that a simple learner does not beat a tuned rule.</a:t>
            </a:r>
          </a:p>
          <a:p>
            <a:r>
              <a:t>- In the chat, retrained for bursty random-loss traffic, it does beat AIMD on most simulated paths; mention that on slide 19.</a:t>
            </a:r>
          </a:p>
          <a:p/>
          <a:p>
            <a:r>
              <a:t>IF ASKED: Q: Then what was the point? A: The experiment. We tested whether a learned window helps and report the answer, including the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We wrote a Lua dissector, named smartrudp, that decodes sequence, ack, flags, checksum and length.</a:t>
            </a:r>
          </a:p>
          <a:p>
            <a:r>
              <a:t>- Useful filters: smartrudp.flags.data == 1 and smartrudp.seq == N.</a:t>
            </a:r>
          </a:p>
          <a:p>
            <a:r>
              <a:t>- In a 400-packet lossy run the receiver saw 87 (AIMD) and 95 (Smart) repeated data segments.</a:t>
            </a:r>
          </a:p>
          <a:p>
            <a:r>
              <a:t>- The program's exported trace uses topology addresses and has no handshake.</a:t>
            </a:r>
          </a:p>
          <a:p/>
          <a:p>
            <a:r>
              <a:t>IF ASKED: Q: Why no handshake in the export? A: The export builds synthetic packets. The real tshark capture on the next slide shows the handshake.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Left: the first three packets, SYN, SYN-ACK and ACK, decoded by our dissector (filter frame.number &lt;= 3).</a:t>
            </a:r>
          </a:p>
          <a:p>
            <a:r>
              <a:t>- Right: filter smartrudp.seq == N shows the same segment twice, a retransmission.</a:t>
            </a:r>
          </a:p>
          <a:p/>
          <a:p>
            <a:r>
              <a:t>IF ASKED: If Wireshark is open live: Analyze, Decode As, UDP 8888 = RUDP, then use these two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The protocol in use: each message is one numbered, checksummed RUDP segment, ACKed in order.</a:t>
            </a:r>
          </a:p>
          <a:p>
            <a:r>
              <a:t>- There is a terminal version and a browser version; two devices were linked over Tailscale, laptop and phone.</a:t>
            </a:r>
          </a:p>
          <a:p>
            <a:r>
              <a:t>- Drag the loss slider: lost messages are resent and still arrive in order. The right panel shows sent, lost and resent counts and the log.</a:t>
            </a:r>
          </a:p>
          <a:p>
            <a:r>
              <a:t>- 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 Stress test: 48 random paths the agent never trained on, 3 seeds each. Mean delivery time was 3.73 seconds for Smart-RUDP against 7.16 for AIMD. Smart-RUDP was faster on 27 paths, slower on 5, within 5 percent on 16. So on our data, in simulation, it beats AIMD in the chat setting. There is also a deep neural-network option in the controller dropdown; it gave 3.20 seconds mean on the stress paths against 3.73 for the table.</a:t>
            </a:r>
          </a:p>
          <a:p/>
          <a:p>
            <a:r>
              <a:t>IF ASKED: Q: Is that a fair win? A: Both start from the same window of 10; held-out paths and seeds; honest limits: simulated, and without the no-shrink rule the agent lost. Q: Did it win in Section 8? A: No, that result stands. Q: Where does it lose? A: Tight bottleneck queues and very high loss; the fixed window of 8 is hard to beat there. A broader-trained agent did worse, so we kept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The abstract also promised TCP and plain UDP baselines, so we ran them on the same 48 unseen simulated paths.</a:t>
            </a:r>
          </a:p>
          <a:p>
            <a:r>
              <a:t>- Plain UDP delivered only 68 percent of the messages, so reliability is needed. Our TCP model, with selective acknowledgments, has the lowest median at 1.48 seconds.</a:t>
            </a:r>
          </a:p>
          <a:p>
            <a:r>
              <a:t>- Smart-RUDP deep is at 3.20 seconds mean and is about even with the TCP model path by path: faster on 22, slower on 23.</a:t>
            </a:r>
          </a:p>
          <a:p>
            <a:r>
              <a:t>- The gap to TCP is mostly Go-Back-N. A selective-ack version of our transport cut AIMD from 7.16 to 4.90 seconds in simulation.</a:t>
            </a:r>
          </a:p>
          <a:p>
            <a:r>
              <a:t>- Reordering hurts Go-Back-N badly: AIMD goes from 0.82 to 6.79 seconds at 20 milliseconds of jitter. The learned agents cope better and selective ack removes most of the damage.</a:t>
            </a:r>
          </a:p>
          <a:p>
            <a:r>
              <a:t>- For the C experiments we repeated 20 runs per mode: Smart-RUDP is still slower on 5G and satellite and ties on lossy.</a:t>
            </a:r>
          </a:p>
          <a:p>
            <a:r>
              <a:t>- Be upfront: our simulator originally allowed a duplicate-ACK retransmission storm that flatters aggressive controllers. With the realistic rule the neural agent is about level with AIMD in simulation (7.27 s against 7.75 s). The C results are the evidence we rely on.</a:t>
            </a:r>
          </a:p>
          <a:p/>
          <a:p>
            <a:r>
              <a:t>IF ASKED: Q: Is the TCP row real TCP? A: No, it is a model with the same window cap; real kernel TCP needs netem on Linux, and we provide the script. Q: Why did you not implement SACK in C? A: Time; the simulation shows it is the biggest win and it is the first item of future work. Q: Is 20 runs enough? A: The intervals exclude zero for 5G and satellite and include zero for lossy. Did you check it is not a simulator artefact? Yes: with the realistic rule the simulated gain mostly disappears, so we lean on the C results, which use that rule and equal window caps.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We then put the neural agent into the C transport, the same code as Section 8, and tested it on the same three emulated paths with 15 runs each.</a:t>
            </a:r>
          </a:p>
          <a:p>
            <a:r>
              <a:t>- AIMD and the agents all start from a window of 10. The neural agent was faster than AIMD on all three: 15 percent on 5G-like, 27 percent on lossy, 24 percent on satellite-like. The intervals exclude zero.</a:t>
            </a:r>
          </a:p>
          <a:p>
            <a:r>
              <a:t>- The retrained table did not carry over: it was slower on 5G and satellite. A network generalises to unseen paths where a table does not.</a:t>
            </a:r>
          </a:p>
          <a:p>
            <a:r>
              <a:t>- We also added selective acknowledgments to the C code: about ten times fewer retransmissions, but no significant change in completion time on these emulated paths.</a:t>
            </a:r>
          </a:p>
          <a:p>
            <a:r>
              <a:t>- We also reran it with AIMD capped at 32 like the agent: the neural agent still wins by 19, 29 and 28 percent, all significant.</a:t>
            </a:r>
          </a:p>
          <a:p/>
          <a:p>
            <a:r>
              <a:t>IF ASKED: Q: So Smart-RUDP now beats AIMD? A: The neural version does, in the C transport on emulated paths, trained in a simulator; the original table agent in Section 8 did not. Q: Is it fair? A: Same start window; AIMD keeps a cap of 128 while the agents are capped at 32; the agent retransmits more on random loss. Q: Why no gain from SACK? A: Those paths are limited by the bottleneck rate, so extra retransmissions cost little; the simulator, with different paths, showed a large 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We also tested two things people ask about. Fairness: two flows through one bottleneck. The neural agent is fair against itself and on short paths, but takes 74 percent against AIMD on the long 120 ms path, about like a fixed window.</a:t>
            </a:r>
          </a:p>
          <a:p>
            <a:r>
              <a:t>- Ablation: we retrained the agent with one piece removed. Only the no-shrink mask matters; without it the agent is no better than AIMD. The other pieces showed no measurable value.</a:t>
            </a:r>
          </a:p>
          <a:p>
            <a:r>
              <a:t>- The same recipe also gave very different results by seed, between 3.2 and 7.4 seconds, so we pick the seed on validation paths.</a:t>
            </a:r>
          </a:p>
          <a:p>
            <a:r>
              <a:t>- While building the dashboard we found a retransmission storm in the web gateway and fixed it; there is also an adaptive timeout option now.</a:t>
            </a:r>
          </a:p>
          <a:p/>
          <a:p>
            <a:r>
              <a:t>IF ASKED: Is the agent fair? Mostly, but not on the long path against AIMD (74% share, Jain 0.82). Fairness was only tested in the simulator, not in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While checking our own result we found where the neural agent fails: on a hostile path with 10 percent loss it needed about 85 seconds where AIMD needed 11.</a:t>
            </a:r>
          </a:p>
          <a:p>
            <a:r>
              <a:t>- The fix is a hand-over: when a decision interval loses 10 percent or more of its packets, plain AIMD controls the window; after three clean intervals the agent takes over again.</a:t>
            </a:r>
          </a:p>
          <a:p>
            <a:r>
              <a:t>- With that, the three benign paths keep the agent's advantage and the hostile path is back near AIMD at about 14 seconds.</a:t>
            </a:r>
          </a:p>
          <a:p>
            <a:r>
              <a:t>- We also tried cutting the window on every timeout; it fixed the hostile case but made the 2 percent path much worse, so we dropped it. So the learned agent is useful on clean to moderate paths and needs a classical safety net elsewhere.</a:t>
            </a:r>
          </a:p>
          <a:p/>
          <a:p>
            <a:r>
              <a:t>IF ASKED: Is the hybrid still 'AI'? Yes on clean and moderate paths, where the neural network decides; on heavy loss it deliberately defers to AIMD. It is a rule we added, not something the network learned.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We swapped Go-Back-N for Selective Repeat as the default. The receiver now keeps out-of-order packets and tells the sender exactly which ones it holds in a bitmap inside every ACK; the sender has one timer per packet and resends only what is missing.</a:t>
            </a:r>
          </a:p>
          <a:p>
            <a:r>
              <a:t>- The result: about ten times fewer retransmissions, and the neural agent's lead over AIMD grows to 46 percent on the lossy path and 50 percent on the satellite path.</a:t>
            </a:r>
          </a:p>
          <a:p>
            <a:r>
              <a:t>- The 10 percent loss failure we found earlier was mostly a Go-Back-N effect: with Selective Repeat the agent ties AIMD there.</a:t>
            </a:r>
          </a:p>
          <a:p>
            <a:r>
              <a:t>- Go-Back-N is still in the code behind a flag, and the earlier tables in the report were measured with it and are labelled that way.</a:t>
            </a:r>
          </a:p>
          <a:p/>
          <a:p>
            <a:r>
              <a:t>IF ASKED: Is it textbook Selective Repeat? Nearly: per-packet timers and a buffering receiver, but we use a cumulative ACK plus a 64-bit bitmap instead of one ACK per packet, and the window is capped at 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Learned: reliability is a set of simple rules working together; congestion control matters as much as retransmission; testing tools fail in surprising ways.</a:t>
            </a:r>
          </a:p>
          <a:p>
            <a:r>
              <a:t>- Next: Selective Repeat with SACK, a stronger learning agent, adaptive timeout, and tests on a real multi-machine network.</a:t>
            </a:r>
          </a:p>
          <a:p>
            <a:r>
              <a:t>- Name the limits before she does: Go-Back-N, loopback-only protocol tests, Smart-RUDP not beating AIMD.</a:t>
            </a:r>
          </a:p>
          <a:p/>
          <a:p>
            <a:r>
              <a:t>IF ASKED: End on the limits and the fix order: SACK, adaptive timeout, real-network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0:15</a:t>
            </a:r>
          </a:p>
          <a:p/>
          <a:p>
            <a:r>
              <a:t>- Thank you. The code, report and captures are at github.com/Capsturrrr/rudp. Happy to take questions.</a:t>
            </a:r>
          </a:p>
          <a:p/>
          <a:p>
            <a:r>
              <a:t>IF ASKED: Pause and smile;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-</a:t>
            </a:r>
          </a:p>
          <a:p/>
          <a:p>
            <a:r>
              <a:t>- Only if asked: the window starts at 1, adds 1 per ACK until the threshold 16, then 1/window per ACK. In the 62-packet run the final window was 18.71.</a:t>
            </a:r>
          </a:p>
          <a:p/>
          <a:p>
            <a:r>
              <a:t>IF ASKED: Use this slide to answer 'show me congestion avoidance'.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27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27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27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27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27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27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27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27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27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27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27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27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27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27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27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27   Smart-RUDP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Selective Repeat is now the default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27   Smart-RUDP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(64 window) and reports them in a bitmap in every 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one timer per packet; resends only the missing ones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drop about 10x; web chat 200 messages: 6.4 s vs 11.9 s (AIMD)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now wins by more, and the 10% loss failure was mostly a Go-Back-N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comparison: --gbn / RUDP_GBN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intervals, all gains significant except the hostile row. Code: eval_ci7.sh.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27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neural agent in C / on real netem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where throughput limits the path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 and suffers under reordering; C tests use an emulated path; the tabular agent did not beat AIMD in C.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2026-10-10T13:28:51Z</dcterms:created>
  <dcterms:modified xsi:type="dcterms:W3CDTF">2026-10-10T13:28:51Z</dcterms:modified>
</cp:coreProperties>
</file>