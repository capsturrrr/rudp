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guide: Smart-RUDP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presenter only. Each page shows one slide of the real deck, what to say, and the question it is likely to bring.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| Faculty: Anuradha G | 9 Oct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talking time about 15 minutes, then questions.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914400"/>
                <a:gridCol w="457200"/>
                <a:gridCol w="4297680"/>
                <a:gridCol w="9418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built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Tracer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built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header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Handshake and data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traces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Go-Back-N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 real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Chat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Learnings and future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Appendix: slow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say the limits before she asks; answer in one or two sentences; if you do not know, say what you would check.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Title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ma'am. We are Harshavardhan, Rohit and Shloak.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is Smart-RUDP: a reliable transport protocol we built in C on top of UDP, plus a controller that learns how fast to send.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three names and the GitHub link once, then move 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fast but gives no guarantees: packets can be lost, duplicated or reordered.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reliable but sits inside the operating system, so you cannot see or change it.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had congestion collapse: throughput fell from 32 Kbps to 40 bps. TCP's congestion control was invented to fix that.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can we rebuild TCP's core ideas ourselves, on UDP?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just use TCP? A: TCP cannot be changed or inspected; building our own makes every mechanism visible. QUIC and HTTP/3 do the same in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we built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campus users send data to a server across a routed network. TCP is fixed in the kernel; UDP gives no guarantees.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RUDP, a readable and tunable transport, and Smart-RUDP, which learns the window from RTT and loss.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to the server LAN. The ACL keeps students out of staff VLAN 20. If a core link fails, OSPF reroutes through R2: longer path, higher RTT, and the transport must adapt.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this just a lab exercise? A: A lab sends datagrams. We built reliability and congestion control on top, measured them, and used them in an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we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pieces: handshake, reliability, flow control and congestion control.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four source files, built in eight phases, on GitHub at Capsturrrr/rudp.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did what? A: Agree one answer as a team before you go 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Packet header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13-byte header: sequence 4, ack 4, flags 1, checksum 2, payload length 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packed byte by byte so compiler padding never changes the wire format.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packet is 53 bytes on the wire; ACKs and handshake packets are 13.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checksum work? A: 16-bit one's-complement sum over header and payload, like UDP/TCP. A corrupted packet fails and is recovered by retransmission.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Handshake and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handshake: SYN, SYN-ACK, ACK. Then data, up to a window of packets in flight.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 are cumulative: ACK N confirms everything before N. FIN closes the connection.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accepts a new SYN in any state, so a killed client can never leave it stuck. That was a real bug we fixed.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the peer disappears? A: Sender keeps retransmitting on timeout. An abort after repeated timeouts is not implemented; it is the fix we would add.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Go-Back-N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the number of packets in flight; it started fixed at 4 and is now driven by the congestion window.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is 500 ms; fast retransmit triggers after 3 duplicate ACKs, no waiting for the timer.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in a 20% loss netem capture we saw 12 timeouts about 500 ms apart. Result: the 2,442-byte message reassembled correctly.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Go-Back-N? A: Simpler to build and explain. It wastes bandwidth under loss; Selective Repeat with SACK is our stated future 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AIMD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window grows by one per ACK until the threshold of 16. Then avoidance: plus 1/window per ACK.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duplicate ACKs: window halves. A timeout: window resets to 1 and the threshold halves. Cap is 32.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shows fresh runs at 0, 10, 20 and 40 percent loss. Red marks are timeouts, green are fast retransmits.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cap 32 and ssthresh 16? A: The cap stops a lossless run growing without bound; 16 is where doubling switches to linear growth.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How we tested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tools: a loss simulator inside the code (used for the benchmark), Linux tc/netem injecting real loss on loopback, and Wireshark/tshark.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Wireshark could not see WSL loopback, so we captured with tshark inside WSL and copied the file across.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 loss real? A: Benchmark and chat loss is simulated in the program. We also captured a real loopback run with tshark and netem loss.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Benchmark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of 62 packets were delivered at every loss level from 0 to 40 percent.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loss costs time and retransmissions, never correctness.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Single runs? A: Yes, the original benchmark ran each level once. Smart-RUDP evaluation uses 6 runs per scenario.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Problems fixed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stuck after a killed client: it hung 15.5 s; fix was to accept SYN in any state.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leftover netem rule distorted results; we now check tc qdisc before each test.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Wireshark saw nothing: capture inside WSL.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script portability: replaced date and grep tricks with awk and sed.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quickly: it shows real debugging, which is what separates a project from a lab.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Literature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0:30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and Karels 1988 is the origin of AIMD; Chiu and Jain 1989 explains why it converges fairly.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is the standard; CUBIC is future work; QUIC and RFC 9000 are reliable transport over UDP in production.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part comes from Midhula and Arun Raj Kumar (2024) and Cao et al. (2023, DRLFcc): deep reinforcement learning for congestion control. Smart-RUDP applies the same idea with a smaller tabular Q-learning agent.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researcher: Van Jacobson.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AIMD? A: Chiu and Jain show it converges to a fair share. Q: Are those papers deep RL and yours is not? A: Yes; we used a lookup table, which is simpler and inspectable.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Network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routers, OSPF area 0: R1, R2, R3 form a triangle and R4 is a branch.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VLANs with router-on-a-stick, DHCP on R1 and R4, and an access list blocking student to staff.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is metric 2 via R3; branch is metric 3 via R2. Failover: shutting R1 Gi0/2 still gave 70 of 71 pings, rerouted via R2.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RUDP run inside Packet Tracer? A: No, it cannot run C. Packet Tracer validates the network design; protocol is validated on one machine plus Wireshark.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Packet Tracer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OSPF routes on R1 with the metrics. Middle: the link-failure test, 70 of 71 pings. Right: the ACL, where the student gets destination unreachable to staff but the server is still reachable (TTL 126).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to show it live: have the .pkt file open and follow Demo_Steps.txt.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Smart-RUDP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with 80 states (RTT ratio, loss fraction, window size), sampled once per RTT.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actions: multiply the window by 0.5, 0.85, 1.0, 1.15 or 1.5.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throughput gained, minus delay growth, minus retransmissions. Same Go-Back-N reliability; only the window policy changes. Paths are emulated in the program: 5G-like, lossy wireless, satellite-like.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it really learning? A: Yes, 40 training episodes; the learning-curve figure shows it. It is small and tabular with limited training.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Smart-RUDP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honest: it did not beat AIMD. Plus 63 percent time on 5G-like, plus 10 percent on satellite, a tie on the lossy path.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somewhat fewer retransmissions on two paths, within run-to-run noise.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this is the final configuration. The finding is that a simple learner does not beat a tuned rule.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chat, retrained for bursty random-loss traffic, it does beat AIMD on most simulated paths; mention that on slide 19.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Then what was the point? A: The experiment. We tested whether a learned window helps and report the answer, including the negative result.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Wireshark traces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 Lua dissector, named smartrudp, that decodes sequence, ack, flags, checksum and length.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filters: smartrudp.flags.data == 1 and smartrudp.seq == 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400-packet lossy run the receiver saw 87 (AIMD) and 95 (Smart) repeated data segments.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program's exported trace uses topology addresses and has no handshake.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 handshake in the export? A: The export builds synthetic packets. The real tshark capture on the next slide shows the handshake.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Wireshark real capture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first three packets, SYN, SYN-ACK and ACK, decoded by our dissector (filter frame.number &lt;= 3).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filter smartrudp.seq == N shows the same segment twice, a retransmission.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Wireshark is open live: Analyze, Decode As, UDP 8888 = RUDP, then use these two filters.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RUDP Chat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1:00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in use: each message is one numbered, checksummed RUDP segment, ACKed in order.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terminal version and a browser version; two devices were linked over Tailscale, laptop and phone.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loss slider: lost messages are resent and still arrive in order. The right panel shows sent, lost and resent counts and the log.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controller switch: fixed window, AIMD, or Smart-RUDP. For the chat we retrained Smart-RUDP on simulated paths: it was faster than AIMD on 5 of 6 held-out paths and equal on 1, because AIMD resets to one packet on random loss. Say it is simulated, and that the agent may not shrink the window without a congestion signal. Stress test: 48 random paths the agent never trained on, 3 seeds each. Mean delivery time was 3.73 seconds for Smart-RUDP against 7.16 for AIMD. Smart-RUDP was faster on 27 paths, slower on 5, within 5 percent on 16. So on our data, in simulation, it beats AIMD in the chat setting.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that a fair win? A: Both start from the same window of 10; held-out paths and seeds; honest limits: simulated, and without the no-shrink rule the agent lost. Q: Did it win in Section 8? A: No, that result stands. Q: Where does it lose? A: Tight bottleneck queues and very high loss; the fixed window of 8 is hard to beat there. A broader-trained agent did worse, so we kept the first.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Learnings and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0:50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reliability is a set of simple rules working together; congestion control matters as much as retransmission; testing tools fail in surprising ways.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Selective Repeat with SACK, a stronger learning agent, adaptive timeout, and tests on a real multi-machine network.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limits before she does: Go-Back-N, loopback-only protocol tests, Smart-RUDP not beating AIMD.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on the limits and the fix order: SACK, adaptive timeout, real-network tests.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Thank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0:15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The code, report and captures are at github.com/Capsturrrr/rudp. Happy to take questions.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smile; hand over to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Appendix: slow start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this slide: -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5" name="Image 0" descr="th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5669280" cy="3188970"/>
          </a:xfrm>
          <a:prstGeom prst="rect">
            <a:avLst/>
          </a:prstGeom>
          <a:ln w="12700">
            <a:solidFill>
              <a:srgbClr val="C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asked: the window starts at 1, adds 1 per ACK until the threshold 16, then 1/window per ACK. In the 62-packet run the final window was 18.71.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5669280" cy="1737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to answer 'show me congestion avoidance'.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 and short answers (1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lab exercise?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sends datagrams. We built reliability and congestion control on top, measured them, and used them in a real chat and a routed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TCP?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in the kernel and cannot be changed. Building our own makes every mechanism visible. QUIC and HTTP/3 do the same.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Smart-RUDP win?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tied on one path, slower on two, and we say so. Chat, retrained on simulated paths: faster than AIMD on 5 of 6 held-out paths, equal on 1, because AIMD resets to 1 on every timeout. Stress test on 48 unseen random paths: mean 3.73 s Smart vs 7.16 s AIMD; faster on 27, slower on 5, within 5% on 16. Simulated; same start window 10; agent may not shrink without a congestion signal.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Go-Back-N?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build and explain. It wastes bandwidth under loss; Selective Repeat with SACK is future 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ran on one machine?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emulated delay, loss and jitter. They do not prove internet performance; the report says so. Chat between laptop and phone is a small real-network check.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 and short answers (2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Packet Tracer prove?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design: OSPF, VLANs, ACL, 70/71 failover. The protocol is validated separately with emulation and Wireshark.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disappears?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retransmitting on timeout. A connection abort after repeated timeouts is not built; it is the fix we would add.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checksum catch errors?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one's-complement sum, like UDP/TCP. Corrupted packets fail and are retransmitted. It cannot catch every error pattern.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handshake in the exported trace?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 builds synthetic packets. The real tshark capture shows SYN, SYN-ACK, ACK.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Q-learning really learning?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states, 5 actions, 40 episodes; the learning-curve figure shows it. Small and tabular, with limited training.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2026-10-09T05:09:33Z</dcterms:created>
  <dcterms:modified xsi:type="dcterms:W3CDTF">2026-10-09T05:09:33Z</dcterms:modified>
</cp:coreProperties>
</file>