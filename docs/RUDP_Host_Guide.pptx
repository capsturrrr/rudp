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9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guide: Smart-RUDP review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presenter only. Each page shows one slide of the real deck, what to say, and the question it is likely to bring.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| Faculty: Anuradha G | 9 Oct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the session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talking time about 15 minutes, then questions.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914400"/>
                <a:gridCol w="457200"/>
                <a:gridCol w="4297680"/>
                <a:gridCol w="9418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Tracer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built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AI agent in 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traces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Handshake and data 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real capture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Chat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evidence: baselines, SACK, reordering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tested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 in the C transport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Learnings and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Thank you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Appendix: slow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say the limits before she asks; answer in one or two sentences; if you do not know, say what you would check.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Title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0:20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 ma'am. We are Harshavardhan, Rohit and Shloak.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 is Smart-RUDP: a reliable transport protocol we built in C on top of UDP, plus a controller that learns how fast to send.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three names and the GitHub link once, then move 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is fast but gives no guarantees: packets can be lost, duplicated or reordered.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reliable but sits inside the operating system, so you cannot see or change 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had congestion collapse: throughput fell from 32 Kbps to 40 bps. TCP's congestion control was invented to fix that.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question: can we rebuild TCP's core ideas ourselves, on UDP?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not just use TCP? A: TCP cannot be changed or inspected; building our own makes every mechanism visible. QUIC and HTTP/3 do the same in practice.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Why we built 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need: campus users send data to a server across a routed network. TCP is fixed in the kernel; UDP gives no guarantees.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RUDP, a readable and tunable transport, and Smart-RUDP, which learns the window from RTT and loss.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to the server LAN. The ACL keeps students out of staff VLAN 20. If a core link fails, OSPF reroutes through R2: longer path, higher RTT, and the transport must adapt.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just a lab exercise? A: A lab sends datagrams. We built reliability and congestion control on top, measured them, and used them in an application.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we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pieces: handshake, reliability, flow control and congestion control.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four source files, built in eight phases, on GitHub at Capsturrrr/rudp.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Who did what? A: Agree one answer as a team before you go in.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Packet header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13-byte header: sequence 4, ack 4, flags 1, checksum 2, payload length 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packed byte by byte so compiler padding never changes the wire format.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packet is 53 bytes on the wire; ACKs and handshake packets are 13.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does the checksum work? A: 16-bit one's-complement sum over header and payload, like UDP/TCP. A corrupted packet fails and is recovered by retransmission.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Handshake and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handshake: SYN, SYN-ACK, ACK. Then data, up to a window of packets in flight.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ACKs are cumulative: ACK N confirms everything before N. FIN closes the connection.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accepts a new SYN in any state, so a killed client can never leave it stuck. That was a real bug we fixed.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if the peer disappears? A: Sender keeps retransmitting on timeout. An abort after repeated timeouts is not implemented; it is the fix we would add.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Go-Back-N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the number of packets in flight; it started fixed at 4 and is now driven by the congestion window.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is 500 ms; fast retransmit triggers after 3 duplicate ACKs, no waiting for the timer.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in a 20% loss netem capture we saw 12 timeouts about 500 ms apart. Result: the 2,442-byte message reassembled correctly.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Go-Back-N? A: Simpler to build and explain. It wastes bandwidth under loss; Selective Repeat with SACK is our stated future work.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AIMD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window grows by one per ACK until the threshold of 16. Then avoidance: plus 1/window per ACK.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duplicate ACKs: window halves. A timeout: window resets to 1 and the threshold halves. Cap is 32.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shows fresh runs at 0, 10, 20 and 40 percent loss. Red marks are timeouts, green are fast retransmits.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cap 32 and ssthresh 16? A: The cap stops a lossless run growing without bound; 16 is where doubling switches to linear growth.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How we tested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tools: a loss simulator inside the code (used for the benchmark), Linux tc/netem injecting real loss on loopback, and Wireshark/tshark.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could not see WSL loopback, so we captured with tshark inside WSL and copied the file across.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the loss real? A: Benchmark and chat loss is simulated in the program. We also captured a real loopback run with tshark and netem loss.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Benchmark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of 62 packets were delivered at every loss level from 0 to 40 percent.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loss costs time and retransmissions, never correctness.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Single runs? A: Yes, the original benchmark ran each level once. Smart-RUDP evaluation uses 6 runs per scenario.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Problems fixed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stuck after a killed client: it hung 15.5 s; fix was to accept SYN in any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leftover netem rule distorted results; we now check tc qdisc before each test.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saw nothing: capture inside WSL.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script portability: replaced date and grep tricks with awk and sed.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these quickly: it shows real debugging, which is what separates a project from a lab.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Literature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0:30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and Karels 1988 is the origin of AIMD; Chiu and Jain 1989 explains why it converges fairly.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is the standard; CUBIC is future work; QUIC and RFC 9000 are reliable transport over UDP in production.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part comes from Midhula and Arun Raj Kumar (2024) and Cao et al. (2023, DRLFcc): deep reinforcement learning for congestion control. Smart-RUDP applies the same idea with a smaller tabular Q-learning agent.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researcher: Van Jacobson.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AIMD? A: Chiu and Jain show it converges to a fair share. Q: Are those papers deep RL and yours is not? A: Yes; we used a lookup table, which is simpler and inspectable.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Network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routers, OSPF area 0: R1, R2, R3 form a triangle and R4 is a branch.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VLANs with router-on-a-stick, DHCP on R1 and R4, and an access list blocking student to staff.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is metric 2 via R3; branch is metric 3 via R2. Failover: shutting R1 Gi0/2 still gave 70 of 71 pings, rerouted via R2.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Does RUDP run inside Packet Tracer? A: No, it cannot run C. Packet Tracer validates the network design; protocol is validated on one machine plus Wireshark.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Packet Tracer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OSPF routes on R1 with the metrics. Middle: the link-failure test, 70 of 71 pings. Right: the ACL, where the student gets destination unreachable to staff but the server is still reachable (TTL 126).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to show it live: have the .pkt file open and follow Demo_Steps.txt.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Smart-RUDP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with 80 states (RTT ratio, loss fraction, window size), sampled once per RTT.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actions: multiply the window by 0.5, 0.85, 1.0, 1.15 or 1.5.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Reward: throughput gained, minus delay growth, minus retransmissions. Same Go-Back-N reliability; only the window policy changes. Paths are emulated in the program: 5G-like, lossy wireless, satellite-like.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really learning? A: Yes, 40 training episodes; the learning-curve figure shows it. It is small and tabular with limited 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The AI agent in our code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agent itself. Left: rl_cc.h, 73 lines of C. The state is 80 buckets of RTT ratio, loss and window size.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picks one of five window multipliers, usually the best, sometimes random so it keeps exploring.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is the Q-learning rule: move the value of the action we took toward the reward plus the best value of the next state.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the loop in smart_client.c. Once per RTT it computes the reward, throughput minus delay growth minus loss, updates the table, picks the next action and scales the window.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on the slide is simplified; the real files are in the repo.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built a deep version: web/dqn.py is a small neural network, two hidden layers of 32, trained with DQN in the same simulator. It reads continuous inputs instead of buckets.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deep RL? A: The C agent is tabular. The chat also has a deep agent, a small DQN in numpy (5-32-32-5). Q: Does deep beat the table? A: Modestly: 3.20 s vs 3.73 s mean on 48 unseen paths, faster on 19, slower on 6. Q: Any problem? A: Training is seed-sensitive: 1 of 4 seeds failed, so we select on validation paths. It is simulated and not in the C code. Q: Where is it trained? A: web/train.py for the chat, the smart client trains online for the main experiments; table in results/q_chat.txt.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Smart-RUDP result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honest: it did not beat AIMD. Plus 63 percent time on 5G-like, plus 10 percent on satellite, a tie on the lossy path.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used somewhat fewer retransmissions on two paths, within run-to-run noise.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this is the final configuration. The finding is that a simple learner does not beat a tuned rule.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chat, retrained for bursty random-loss traffic, it does beat AIMD on most simulated paths; mention that on slide 19.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Then what was the point? A: The experiment. We tested whether a learned window helps and report the answer, including the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Wireshark traces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wrote a Lua dissector, named smartrudp, that decodes sequence, ack, flags, checksum and length.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filters: smartrudp.flags.data == 1 and smartrudp.seq == 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400-packet lossy run the receiver saw 87 (AIMD) and 95 (Smart) repeated data segments.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program's exported trace uses topology addresses and has no handshake.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 handshake in the export? A: The export builds synthetic packets. The real tshark capture on the next slide shows the handshake.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Wireshark real capture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first three packets, SYN, SYN-ACK and ACK, decoded by our dissector (filter frame.number &lt;= 3).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filter smartrudp.seq == N shows the same segment twice, a retransmission.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Wireshark is open live: Analyze, Decode As, UDP 8888 = RUDP, then use these two filters.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RUDP Chat demo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in use: each message is one numbered, checksummed RUDP segment, ACKed in order.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terminal version and a browser version; two devices were linked over Tailscale, laptop and phone.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loss slider: lost messages are resent and still arrive in order. The right panel shows sent, lost and resent counts and the log.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 Stress test: 48 random paths the agent never trained on, 3 seeds each. Mean delivery time was 3.73 seconds for Smart-RUDP against 7.16 for AIMD. Smart-RUDP was faster on 27 paths, slower on 5, within 5 percent on 16. So on our data, in simulation, it beats AIMD in the chat setting. There is also a deep neural-network option in the controller dropdown; it gave 3.20 seconds mean on the stress paths against 3.73 for the table.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that a fair win? A: Both start from the same window of 10; held-out paths and seeds; honest limits: simulated, and without the no-shrink rule the agent lost. Q: Did it win in Section 8? A: No, that result stands. Q: Where does it lose? A: Tight bottleneck queues and very high loss; the fixed window of 8 is hard to beat there. A broader-trained agent did worse, so we kept the first.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More evidence: baselines, SACK, reordering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 also promised TCP and plain UDP baselines, so we ran them on the same 48 unseen simulated paths.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UDP delivered only 68 percent of the messages, so reliability is needed. Our TCP model, with selective acknowledgments, has the lowest median at 1.48 seconds.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Smart-RUDP deep is at 3.20 seconds mean and is about even with the TCP model path by path: faster on 22, slower on 23.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to TCP is mostly Go-Back-N. A selective-ack version of our transport cut AIMD from 7.16 to 4.90 seconds in simulation.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hurts Go-Back-N badly: AIMD goes from 0.82 to 6.79 seconds at 20 milliseconds of jitter. The learned agents cope better and selective ack removes most of the damage.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 experiments we repeated 20 runs per mode: Smart-RUDP is still slower on 5G and satellite and ties on lossy.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the TCP row real TCP? A: No, it is a model with the same window cap; real kernel TCP needs netem on Linux, and we provide the script. Q: Why did you not implement SACK in C? A: Time; the simulation shows it is the biggest win and it is the first item of future work. Q: Is 20 runs enough? A: The intervals exclude zero for 5G and satellite and include zero for lossy.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Neural agent in the C transport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then put the neural agent into the C transport, the same code as Section 8, and tested it on the same three emulated paths with 15 runs each.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 and the agents all start from a window of 10. The neural agent was faster than AIMD on all three: 15 percent on 5G-like, 27 percent on lossy, 24 percent on satellite-like. The intervals exclude zero.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retrained table did not carry over: it was slower on 5G and satellite. A network generalises to unseen paths where a table does not.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added selective acknowledgments to the C code: about ten times fewer retransmissions, but no significant change in completion time on these emulated paths.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So Smart-RUDP now beats AIMD? A: The neural version does, in the C transport on emulated paths, trained in a simulator; the original table agent in Section 8 did not. Q: Is it fair? A: Same start window; AIMD keeps a cap of 128 while the agents are capped at 32; the agent retransmits more on random loss. Q: Why no gain from SACK? A: Those paths are limited by the bottleneck rate, so extra retransmissions cost little; the simulator, with different paths, showed a large gain.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 Learnings and future 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Learned: reliability is a set of simple rules working together; congestion control matters as much as retransmission; testing tools fail in surprising ways.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Selective Repeat with SACK, a stronger learning agent, adaptive timeout, and tests on a real multi-machine network.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limits before she does: Go-Back-N, loopback-only protocol tests, Smart-RUDP not beating AIMD.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on the limits and the fix order: SACK, adaptive timeout, real-network tests.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 Thank you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The code, report and captures are at github.com/Capsturrrr/rudp. Happy to take questions.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and smile; hand over to questions.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 Appendix: slow start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-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asked: the window starts at 1, adds 1 per ACK until the threshold 16, then 1/window per ACK. In the 62-packet run the final window was 18.71.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slide to answer 'show me congestion avoidance'.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(1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lab exercise?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sends datagrams. We built reliability and congestion control on top, measured them, and used them in a real chat and a routed network.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TCP?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in the kernel and cannot be changed. Building our own makes every mechanism visible. QUIC and HTTP/3 do the same.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Smart-RUDP win?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Experiments: tied on one path, slower on two, and we say so. Chat, retrained on simulated paths: faster than AIMD on 5 of 6 held-out paths, equal on 1, because AIMD resets to 1 on every timeout. Deep RL: a small DQN in the chat gateway gave 3.20 s mean on the same stress paths (training is seed-sensitive; chosen on validation paths). Stress test on 48 unseen random paths: mean 3.73 s Smart vs 7.16 s AIMD; faster on 27, slower on 5, within 5% on 16. Simulated; same start window 10; agent may not shrink without a congestion signal.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Go-Back-N?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to build and explain. It wastes bandwidth under loss; Selective Repeat with SACK is future work.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ran on one machine?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with emulated delay, loss and jitter. They do not prove internet performance; the report says so. Chat between laptop and phone is a small real-network check.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(2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Packet Tracer prove?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design: OSPF, VLANs, ACL, 70/71 failover. The protocol is validated separately with emulation and Wireshark.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disappears?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keeps retransmitting on timeout. A connection abort after repeated timeouts is not built; it is the fix we would add.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checksum catch errors?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one's-complement sum, like UDP/TCP. Corrupted packets fail and are retransmitted. It cannot catch every error pattern.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handshake in the exported trace?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export builds synthetic packets. The real tshark capture shows SYN, SYN-ACK, ACK.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Q-learning really learning?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states, 5 actions, 40 episodes; the learning-curve figure shows it. Small and tabular, with limited training.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2026-10-09T23:15:10Z</dcterms:created>
  <dcterms:modified xsi:type="dcterms:W3CDTF">2026-10-09T23:15:10Z</dcterms:modified>
</cp:coreProperties>
</file>