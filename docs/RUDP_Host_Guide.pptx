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AI agent in 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evidence: baselines, SACK, reordering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The AI agent in our code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itself. Left: rl_cc.h, 73 lines of C. The state is 80 buckets of RTT ratio, loss and window size.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picks one of five window multipliers, usually the best, sometimes random so it keeps exploring.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is the Q-learning rule: move the value of the action we took toward the reward plus the best value of the next state.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the loop in smart_client.c. Once per RTT it computes the reward, throughput minus delay growth minus loss, updates the table, picks the next action and scales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on the slide is simplified; the real files are in the repo.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built a deep version: web/dqn.py is a small neural network, two hidden layers of 32, trained with DQN in the same simulator. It reads continuous inputs instead of buckets.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chat, retrained for bursty random-loss traffic, it does beat AIMD on most simulated paths; mention that on slide 19.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More evidence: baselines, SACK, reordering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 also promised TCP and plain UDP baselines, so we ran them on the same 48 unseen simulated paths.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UDP delivered only 68 percent of the messages, so reliability is needed. Our TCP model, with selective acknowledgments, has the lowest median at 1.48 seconds.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deep is at 3.20 seconds mean and is about even with the TCP model path by path: faster on 22, slower on 23.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to TCP is mostly Go-Back-N. A selective-ack version of our transport cut AIMD from 7.16 to 4.90 seconds in simulation.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hurts Go-Back-N badly: AIMD goes from 0.82 to 6.79 seconds at 20 milliseconds of jitter. The learned agents cope better and selective ack removes most of the damage.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 experiments we repeated 20 runs per mode: Smart-RUDP is still slower on 5G and satellite and ties on lossy.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Smart-RUDP win?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tied on one path, slower on two, and we say so. Chat, retrained on simulated paths: faster than AIMD on 5 of 6 held-out paths, equal on 1, because AIMD resets to 1 on every timeout. Deep RL: a small DQN in the chat gateway gave 3.20 s mean on the same stress paths (training is seed-sensitive; chosen on validation paths). Stress test on 48 unseen random paths: mean 3.73 s Smart vs 7.16 s AIMD; faster on 27, slower on 5, within 5% on 16. Simulated; same start window 10; agent may not shrink without a congestion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2026-10-09T22:18:01Z</dcterms:created>
  <dcterms:modified xsi:type="dcterms:W3CDTF">2026-10-09T22:18:01Z</dcterms:modified>
</cp:coreProperties>
</file>