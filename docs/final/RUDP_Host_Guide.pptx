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Smart-RUDP, which loads the trained table and keeps learning live. A 60-message test button times delivery. Honest result: no consistent winner; Smart-RUDP did not clearly beat the simple rules, same as the experiments.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secure? A: No encryption or accounts; it is a demo of reliability, not a product.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did not win. Why include it?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the experiment: does a learned window help? We report the answer, including the negative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2026-10-09T04:22:18Z</dcterms:created>
  <dcterms:modified xsi:type="dcterms:W3CDTF">2026-10-09T04:22:18Z</dcterms:modified>
</cp:coreProperties>
</file>