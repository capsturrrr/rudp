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future work; QUIC and RFC 9000 are reliable transport over UDP in production.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part comes from Midhula and Arun Raj Kumar (2024) and Cao et al. (2023, DRLFcc): deep reinforcement learning for congestion control. Smart-RUDP applies the same idea with a smaller tabular Q-learning agent.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 Q: Are those papers deep RL and yours is not? A: Yes; we used a lookup table, which is simpler and inspectable.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controller switch: fixed window, AIMD, or Smart-RUDP, which loads the trained table and keeps learning live. A 60-message test button times delivery. Honest result: Smart-RUDP did not beat the simple rules here either.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secure? A: No encryption or accounts; it is a demo of reliability, not a product.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 did not win. Why include it?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the experiment: does a learned window help? We report the answer, including the negative 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2026-10-09T04:19:35Z</dcterms:created>
  <dcterms:modified xsi:type="dcterms:W3CDTF">2026-10-09T04:19:35Z</dcterms:modified>
</cp:coreProperties>
</file>