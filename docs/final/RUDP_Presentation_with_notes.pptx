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(0:20):</a:t>
            </a:r>
          </a:p>
          <a:p>
            <a:r>
              <a:t>- Good morning ma'am. We are Harshavardhan, Rohit and Shloak.</a:t>
            </a:r>
          </a:p>
          <a:p>
            <a:r>
              <a:t>- Our project is Smart-RUDP: a reliable transport protocol we built in C on top of UDP, plus a controller that learns how fast to send.</a:t>
            </a:r>
          </a:p>
          <a:p/>
          <a:p>
            <a:r>
              <a:t>IF ASKED: Say the three names and the GitHub link once, then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(0:40):</a:t>
            </a:r>
          </a:p>
          <a:p>
            <a:r>
              <a:t>- UDP is fast but gives no guarantees: packets can be lost, duplicated or reordered.</a:t>
            </a:r>
          </a:p>
          <a:p>
            <a:r>
              <a:t>- TCP is reliable but sits inside the operating system, so you cannot see or change it.</a:t>
            </a:r>
          </a:p>
          <a:p>
            <a:r>
              <a:t>- In 1986 the early Internet had congestion collapse: throughput fell from 32 Kbps to 40 bps. TCP's congestion control was invented to fix that.</a:t>
            </a:r>
          </a:p>
          <a:p>
            <a:r>
              <a:t>- Our question: can we rebuild TCP's core ideas ourselves, on UDP?</a:t>
            </a:r>
          </a:p>
          <a:p/>
          <a:p>
            <a:r>
              <a:t>IF ASKED: Q: Why not just use TCP? A: TCP cannot be changed or inspected; building our own makes every mechanism visible. QUIC and HTTP/3 do the same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(0:50):</a:t>
            </a:r>
          </a:p>
          <a:p>
            <a:r>
              <a:t>- The need: campus users send data to a server across a routed network. TCP is fixed in the kernel; UDP gives no guarantees.</a:t>
            </a:r>
          </a:p>
          <a:p>
            <a:r>
              <a:t>- Our answer: RUDP, a readable and tunable transport, and Smart-RUDP, which learns the window from RTT and loss.</a:t>
            </a:r>
          </a:p>
          <a:p>
            <a:r>
              <a:t>- Scenario: a student on VLAN 10 uploads to the server LAN. The ACL keeps students out of staff VLAN 20. If a core link fails, OSPF reroutes through R2: longer path, higher RTT, and the transport must adapt.</a:t>
            </a:r>
          </a:p>
          <a:p/>
          <a:p>
            <a:r>
              <a:t>IF ASKED: Q: Is this just a lab exercise? A: A lab sends datagrams. We built reliability and congestion control on top, measured them, and used them in an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(0:40):</a:t>
            </a:r>
          </a:p>
          <a:p>
            <a:r>
              <a:t>- Four pieces: handshake, reliability, flow control and congestion control.</a:t>
            </a:r>
          </a:p>
          <a:p>
            <a:r>
              <a:t>- About 670 lines of C across four source files, built in eight phases, on GitHub at Capsturrrr/rudp.</a:t>
            </a:r>
          </a:p>
          <a:p/>
          <a:p>
            <a:r>
              <a:t>IF ASKED: Q: Who did what? A: Agree one answer as a team before you go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(0:40):</a:t>
            </a:r>
          </a:p>
          <a:p>
            <a:r>
              <a:t>- 13-byte header: sequence 4, ack 4, flags 1, checksum 2, payload length 2.</a:t>
            </a:r>
          </a:p>
          <a:p>
            <a:r>
              <a:t>- Fields are packed byte by byte so compiler padding never changes the wire format.</a:t>
            </a:r>
          </a:p>
          <a:p>
            <a:r>
              <a:t>- A data packet is 53 bytes on the wire; ACKs and handshake packets are 13.</a:t>
            </a:r>
          </a:p>
          <a:p/>
          <a:p>
            <a:r>
              <a:t>IF ASKED: Q: How does the checksum work? A: 16-bit one's-complement sum over header and payload, like UDP/TCP. A corrupted packet fails and is recovered by retransmission.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(0:50):</a:t>
            </a:r>
          </a:p>
          <a:p>
            <a:r>
              <a:t>- Three-way handshake: SYN, SYN-ACK, ACK. Then data, up to a window of packets in flight.</a:t>
            </a:r>
          </a:p>
          <a:p>
            <a:r>
              <a:t>- ACKs are cumulative: ACK N confirms everything before N. FIN closes the connection.</a:t>
            </a:r>
          </a:p>
          <a:p>
            <a:r>
              <a:t>- The server accepts a new SYN in any state, so a killed client can never leave it stuck. That was a real bug we fixed.</a:t>
            </a:r>
          </a:p>
          <a:p/>
          <a:p>
            <a:r>
              <a:t>IF ASKED: Q: What if the peer disappears? A: Sender keeps retransmitting on timeout. An abort after repeated timeouts is not implemented; it is the fix we would add.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(0:50):</a:t>
            </a:r>
          </a:p>
          <a:p>
            <a:r>
              <a:t>- The window is the number of packets in flight; it started fixed at 4 and is now driven by the congestion window.</a:t>
            </a:r>
          </a:p>
          <a:p>
            <a:r>
              <a:t>- Timeout is 500 ms; fast retransmit triggers after 3 duplicate ACKs, no waiting for the timer.</a:t>
            </a:r>
          </a:p>
          <a:p>
            <a:r>
              <a:t>- Proof: in a 20% loss netem capture we saw 12 timeouts about 500 ms apart. Result: the 2,442-byte message reassembled correctly.</a:t>
            </a:r>
          </a:p>
          <a:p/>
          <a:p>
            <a:r>
              <a:t>IF ASKED: Q: Why Go-Back-N? A: Simpler to build and explain. It wastes bandwidth under loss; Selective Repeat with SACK is our stated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(0:50):</a:t>
            </a:r>
          </a:p>
          <a:p>
            <a:r>
              <a:t>- Slow start: window grows by one per ACK until the threshold of 16. Then avoidance: plus 1/window per ACK.</a:t>
            </a:r>
          </a:p>
          <a:p>
            <a:r>
              <a:t>- Three duplicate ACKs: window halves. A timeout: window resets to 1 and the threshold halves. Cap is 32.</a:t>
            </a:r>
          </a:p>
          <a:p>
            <a:r>
              <a:t>- The graph shows fresh runs at 0, 10, 20 and 40 percent loss. Red marks are timeouts, green are fast retransmits.</a:t>
            </a:r>
          </a:p>
          <a:p/>
          <a:p>
            <a:r>
              <a:t>IF ASKED: Q: Why cap 32 and ssthresh 16? A: The cap stops a lossless run growing without bound; 16 is where doubling switches to linear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(0:40):</a:t>
            </a:r>
          </a:p>
          <a:p>
            <a:r>
              <a:t>- Three tools: a loss simulator inside the code (used for the benchmark), Linux tc/netem injecting real loss on loopback, and Wireshark/tshark.</a:t>
            </a:r>
          </a:p>
          <a:p>
            <a:r>
              <a:t>- Windows Wireshark could not see WSL loopback, so we captured with tshark inside WSL and copied the file across.</a:t>
            </a:r>
          </a:p>
          <a:p/>
          <a:p>
            <a:r>
              <a:t>IF ASKED: Q: Is the loss real? A: Benchmark and chat loss is simulated in the program. We also captured a real loopback run with tshark and netem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(0:40):</a:t>
            </a:r>
          </a:p>
          <a:p>
            <a:r>
              <a:t>- 62 of 62 packets were delivered at every loss level from 0 to 40 percent.</a:t>
            </a:r>
          </a:p>
          <a:p>
            <a:r>
              <a:t>- Higher loss costs time and retransmissions, never correctness.</a:t>
            </a:r>
          </a:p>
          <a:p/>
          <a:p>
            <a:r>
              <a:t>IF ASKED: Q: Single runs? A: Yes, the original benchmark ran each level once. Smart-RUDP evaluation uses 6 runs per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(0:40):</a:t>
            </a:r>
          </a:p>
          <a:p>
            <a:r>
              <a:t>- Server stuck after a killed client: it hung 15.5 s; fix was to accept SYN in any state.</a:t>
            </a:r>
          </a:p>
          <a:p>
            <a:r>
              <a:t>- A leftover netem rule distorted results; we now check tc qdisc before each test.</a:t>
            </a:r>
          </a:p>
          <a:p>
            <a:r>
              <a:t>- Windows Wireshark saw nothing: capture inside WSL.</a:t>
            </a:r>
          </a:p>
          <a:p>
            <a:r>
              <a:t>- Benchmark script portability: replaced date and grep tricks with awk and sed.</a:t>
            </a:r>
          </a:p>
          <a:p/>
          <a:p>
            <a:r>
              <a:t>IF ASKED: Say these quickly: it shows real debugging, which is what separates a project from a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(0:30):</a:t>
            </a:r>
          </a:p>
          <a:p>
            <a:r>
              <a:t>- Jacobson and Karels 1988 is the origin of AIMD; Chiu and Jain 1989 explains why it converges fairly.</a:t>
            </a:r>
          </a:p>
          <a:p>
            <a:r>
              <a:t>- RFC 5681 is the standard; CUBIC is future work; QUIC and RFC 9000 are reliable transport over UDP in production.</a:t>
            </a:r>
          </a:p>
          <a:p>
            <a:r>
              <a:t>- The AI part comes from Midhula and Arun Raj Kumar (2024) and Cao et al. (2023, DRLFcc): deep reinforcement learning for congestion control. Smart-RUDP applies the same idea with a smaller tabular Q-learning agent.</a:t>
            </a:r>
          </a:p>
          <a:p>
            <a:r>
              <a:t>- Key researcher: Van Jacobson.</a:t>
            </a:r>
          </a:p>
          <a:p/>
          <a:p>
            <a:r>
              <a:t>IF ASKED: Q: Why AIMD? A: Chiu and Jain show it converges to a fair share. Q: Are those papers deep RL and yours is not? A: Yes; we used a lookup table, which is simpler and inspectable.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(0:50):</a:t>
            </a:r>
          </a:p>
          <a:p>
            <a:r>
              <a:t>- Four routers, OSPF area 0: R1, R2, R3 form a triangle and R4 is a branch.</a:t>
            </a:r>
          </a:p>
          <a:p>
            <a:r>
              <a:t>- Two VLANs with router-on-a-stick, DHCP on R1 and R4, and an access list blocking student to staff.</a:t>
            </a:r>
          </a:p>
          <a:p>
            <a:r>
              <a:t>- Server LAN is metric 2 via R3; branch is metric 3 via R2. Failover: shutting R1 Gi0/2 still gave 70 of 71 pings, rerouted via R2.</a:t>
            </a:r>
          </a:p>
          <a:p/>
          <a:p>
            <a:r>
              <a:t>IF ASKED: Q: Does RUDP run inside Packet Tracer? A: No, it cannot run C. Packet Tracer validates the network design; protocol is validated on one machine plus Wireshark.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(0:40):</a:t>
            </a:r>
          </a:p>
          <a:p>
            <a:r>
              <a:t>- Left: OSPF routes on R1 with the metrics. Middle: the link-failure test, 70 of 71 pings. Right: the ACL, where the student gets destination unreachable to staff but the server is still reachable (TTL 126).</a:t>
            </a:r>
          </a:p>
          <a:p/>
          <a:p>
            <a:r>
              <a:t>IF ASKED: If asked to show it live: have the .pkt file open and follow Demo_Steps.txt.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(0:50):</a:t>
            </a:r>
          </a:p>
          <a:p>
            <a:r>
              <a:t>- Q-learning with 80 states (RTT ratio, loss fraction, window size), sampled once per RTT.</a:t>
            </a:r>
          </a:p>
          <a:p>
            <a:r>
              <a:t>- Five actions: multiply the window by 0.5, 0.85, 1.0, 1.15 or 1.5.</a:t>
            </a:r>
          </a:p>
          <a:p>
            <a:r>
              <a:t>- Reward: throughput gained, minus delay growth, minus retransmissions. Same Go-Back-N reliability; only the window policy changes. Paths are emulated in the program: 5G-like, lossy wireless, satellite-like.</a:t>
            </a:r>
          </a:p>
          <a:p/>
          <a:p>
            <a:r>
              <a:t>IF ASKED: Q: Is it really learning? A: Yes, 40 training episodes; the learning-curve figure shows it. It is small and tabular with limited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(0:50):</a:t>
            </a:r>
          </a:p>
          <a:p>
            <a:r>
              <a:t>- Be honest: it did not beat AIMD. Plus 63 percent time on 5G-like, plus 10 percent on satellite, a tie on the lossy path.</a:t>
            </a:r>
          </a:p>
          <a:p>
            <a:r>
              <a:t>- It used somewhat fewer retransmissions on two paths, within run-to-run noise.</a:t>
            </a:r>
          </a:p>
          <a:p>
            <a:r>
              <a:t>- Earlier training rounds were much worse; this is the final configuration. The finding is that a simple learner does not beat a tuned rule.</a:t>
            </a:r>
          </a:p>
          <a:p/>
          <a:p>
            <a:r>
              <a:t>IF ASKED: Q: Then what was the point? A: The experiment. We tested whether a learned window helps and report the answer, including the negative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(0:40):</a:t>
            </a:r>
          </a:p>
          <a:p>
            <a:r>
              <a:t>- We wrote a Lua dissector, named smartrudp, that decodes sequence, ack, flags, checksum and length.</a:t>
            </a:r>
          </a:p>
          <a:p>
            <a:r>
              <a:t>- Useful filters: smartrudp.flags.data == 1 and smartrudp.seq == N.</a:t>
            </a:r>
          </a:p>
          <a:p>
            <a:r>
              <a:t>- In a 400-packet lossy run the receiver saw 87 (AIMD) and 95 (Smart) repeated data segments.</a:t>
            </a:r>
          </a:p>
          <a:p>
            <a:r>
              <a:t>- The program's exported trace uses topology addresses and has no handshake.</a:t>
            </a:r>
          </a:p>
          <a:p/>
          <a:p>
            <a:r>
              <a:t>IF ASKED: Q: Why no handshake in the export? A: The export builds synthetic packets. The real tshark capture on the next slide shows the handshake.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(0:50):</a:t>
            </a:r>
          </a:p>
          <a:p>
            <a:r>
              <a:t>- Left: the first three packets, SYN, SYN-ACK and ACK, decoded by our dissector (filter frame.number &lt;= 3).</a:t>
            </a:r>
          </a:p>
          <a:p>
            <a:r>
              <a:t>- Right: filter smartrudp.seq == N shows the same segment twice, a retransmission.</a:t>
            </a:r>
          </a:p>
          <a:p/>
          <a:p>
            <a:r>
              <a:t>IF ASKED: If Wireshark is open live: Analyze, Decode As, UDP 8888 = RUDP, then use these two filters.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(1:00):</a:t>
            </a:r>
          </a:p>
          <a:p>
            <a:r>
              <a:t>- The protocol in use: each message is one numbered, checksummed RUDP segment, ACKed in order.</a:t>
            </a:r>
          </a:p>
          <a:p>
            <a:r>
              <a:t>- There is a terminal version and a browser version; two devices were linked over Tailscale, laptop and phone.</a:t>
            </a:r>
          </a:p>
          <a:p>
            <a:r>
              <a:t>- Drag the loss slider: lost messages are resent and still arrive in order. The right panel shows sent, lost and resent counts and the log.</a:t>
            </a:r>
          </a:p>
          <a:p>
            <a:r>
              <a:t>- It uses a fixed window of 8, not the Smart-RUDP controller.</a:t>
            </a:r>
          </a:p>
          <a:p/>
          <a:p>
            <a:r>
              <a:t>IF ASKED: Q: Is it secure? A: No encryption or accounts; it is a demo of reliability, not a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(0:50):</a:t>
            </a:r>
          </a:p>
          <a:p>
            <a:r>
              <a:t>- Learned: reliability is a set of simple rules working together; congestion control matters as much as retransmission; testing tools fail in surprising ways.</a:t>
            </a:r>
          </a:p>
          <a:p>
            <a:r>
              <a:t>- Next: Selective Repeat with SACK, a stronger learning agent, adaptive timeout, and tests on a real multi-machine network.</a:t>
            </a:r>
          </a:p>
          <a:p>
            <a:r>
              <a:t>- Name the limits before she does: Go-Back-N, loopback-only protocol tests, Smart-RUDP not beating AIMD.</a:t>
            </a:r>
          </a:p>
          <a:p/>
          <a:p>
            <a:r>
              <a:t>IF ASKED: End on the limits and the fix order: SACK, adaptive timeout, real-network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(0:15):</a:t>
            </a:r>
          </a:p>
          <a:p>
            <a:r>
              <a:t>- Thank you. The code, report and captures are at github.com/Capsturrrr/rudp. Happy to take questions.</a:t>
            </a:r>
          </a:p>
          <a:p/>
          <a:p>
            <a:r>
              <a:t>IF ASKED: Pause and smile; hand over to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(-):</a:t>
            </a:r>
          </a:p>
          <a:p>
            <a:r>
              <a:t>- Only if asked: the window starts at 1, adds 1 per ACK until the threshold 16, then 1/window per ACK. In the 62-packet run the final window was 18.71.</a:t>
            </a:r>
          </a:p>
          <a:p/>
          <a:p>
            <a:r>
              <a:t>IF ASKED: Use this slide to answer 'show me congestion avoidance'.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Smart-RUDP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Reliable UDP with learning-based congestion control, in 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 |  Faculty: Anuradha 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Harshavardhan Mallela 24BAI0274   Rohit Arya 24BCE0819   Shloak Sinha 24BDS0378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21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3774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simple, but no guarantees: packets can be lost, duplicated or reordered.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23774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but lives inside the OS kernel. Hard to see, hard to change, hard to learn from.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1986 the early Internet suffered congestion collapse: throughput fell from 32 Kbps to 40 bps. TCP congestion control was invented to fix it.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question: can we rebuild TCP's core ideas ourselves, on top of UDP?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we built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21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28600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users send data to a server across a routed network. TCP is fixed inside the kernel; plain UDP gives no guarantees. Real systems (QUIC, HTTP/3) solve this with reliability built in user space over UDP.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228600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answer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RUDP: a readable, tunable reliable transport over UDP, plus Smart-RUDP, a controller that learns the window from RTT and loss.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 student on VLAN 10 uploads a file to the server LAN. The ACL keeps students out of staff VLAN 20. If a core link fails, OSPF reroutes through R2: a longer path and higher RTT that the transport must adapt to.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protocol tests and Smart-RUDP vs AIMD on emulated paths; network design built and tested in Packet Tracer; traffic analysed in Wireshark.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21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2926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Handshake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SYN, SYN-ACK, ACK before any data flows.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651760" cy="2926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Reliability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66160" y="20116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numbers, ACKs, checksums, timeouts, retransmission.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651760" cy="2926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control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Go-Back-N sliding window; its size is the congestion window.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052560" y="1371600"/>
            <a:ext cx="2651760" cy="2926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Congestion control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235440" y="20116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AIMD: slow start, avoidance, halve on loss.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670 lines of C across 4 source files. Client + server, built in 8 phases, on github.com/Capsturrrr/rudp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RUDP packet header: 13 bytes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21   Smart-RUDP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Field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Size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Purpose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 number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ack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packet expected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flags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 / ACK / FIN / 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checksum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corruption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payload_len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length (max 512)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0" y="1371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packed byte by byte, so compiler struct padding never changes the wire format.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packet = 53 bytes on the wire. ACK / handshake = 13 bytes.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Handshake and data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21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01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91840" y="1280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-&gt;  Server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1280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connection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029968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2996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0299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SYN-ACK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20299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&lt;-  Server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02996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agrees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779776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77977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277977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9184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-&gt;  Server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277977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ESTABLISHED, data may flow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529584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52958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352958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91840" y="352958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-&gt;  Server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352958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window-size packets in flight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279392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27939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88720" y="42793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91840" y="42793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&lt;-  Server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42793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Cumulative: confirms everything up to 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0292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88720" y="5029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291840" y="5029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-&gt;  Server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7512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connection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accepts a new SYN in any state, so a killed client can never leave it stuck.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Reliability: Go-Back-N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21   Smart-RUDP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583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= cwnd packets in flight (fixed at 4 in Phase 4, then driven by cwnd)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sends cumulative ACKs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 timeout: 500 ms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retransmit after 3 duplicate ACKs, no waiting for the timer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 failures are dropped, then recovered by retransmission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1371600"/>
            <a:ext cx="4023360" cy="219456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0" y="20116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netem 20% loss capture we saw 12 timeouts spaced about 500 ms apart.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0" y="3840480"/>
            <a:ext cx="4023360" cy="182880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0" y="44805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2,442-byte message reassembled correctly.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Congestion control: AIMD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21   Smart-RUDP</a:t>
            </a:r>
            <a:endParaRPr lang="en-US" sz="1000" dirty="0"/>
          </a:p>
        </p:txBody>
      </p:sp>
      <p:pic>
        <p:nvPicPr>
          <p:cNvPr id="4" name="Image 0" descr="fig2_cwnd_loss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0408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7607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runs at 0%, 10%, 20% and 40% simulated loss. Red = timeout, green = fast retransmit.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863840" y="1371600"/>
            <a:ext cx="3840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start: cwnd +1 per ACK, below ssthresh 16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Avoidance: cwnd + 1/cwnd per ACK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dup ACKs: cwnd halves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cwnd resets to 1, ssthresh halves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32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tested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21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32918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Built-in loss simulator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packets in code at a set percentage. Used for the benchmark.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32918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 / netem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80560" y="201168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 injects real loss on loopback. Used to validate behaviour.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566160" cy="32918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Wireshark / tshark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0" y="201168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in WSL, opened in Windows Wireshark. Confirmed handshake, ACKs, retransmissions.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could not see WSL loopback from Windows, so we captured with tshark inside WSL and copied the file across.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21   Smart-RUDP</a:t>
            </a:r>
            <a:endParaRPr lang="en-US" sz="1000" dirty="0"/>
          </a:p>
        </p:txBody>
      </p:sp>
      <p:pic>
        <p:nvPicPr>
          <p:cNvPr id="4" name="Image 0" descr="fig3_benchmark_du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669280" cy="3259836"/>
          </a:xfrm>
          <a:prstGeom prst="rect">
            <a:avLst/>
          </a:prstGeom>
        </p:spPr>
      </p:pic>
      <p:pic>
        <p:nvPicPr>
          <p:cNvPr id="5" name="Image 1" descr="fig4_benchmark_final_cw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3154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 of 62 packets delivered at every loss level, from 0% to 40%.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Problems we hit and fixed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21   Smart-RUDP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Problem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Fix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stuck after killed client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SYN in any state (was a 15.5 s hang)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Leftover netem rule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tc qdisc show dev lo, delete before each test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Wireshark saw nothing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with tshark inside WSL, then copy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Shell portability in benchmark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Replaced date/grep tricks with awk and sed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Literature behind the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21   Smart-RUDP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Jacobson &amp; Karels (1988): congestion avoidance and control, the origin of AIMD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 &amp; Jain (1989): why additive increase, multiplicative decrease converges fairly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5681 (2009): TCP congestion control standard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Rhee, Xu (2008): CUBIC, our future-work direction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Langley et al. (2017) and RFC 9000: QUIC, reliable transport over UDP in production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Midhula &amp; Arun Raj Kumar (2024) and Cao et al. (2023, DRLFcc): deep reinforcement learning for congestion control, the idea behind Smart-RUDP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researcher: Van Jacobson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design: OSPF topology in Packet Tracer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21   Smart-RUDP</a:t>
            </a:r>
            <a:endParaRPr lang="en-US" sz="1000" dirty="0"/>
          </a:p>
        </p:txBody>
      </p:sp>
      <p:pic>
        <p:nvPicPr>
          <p:cNvPr id="4" name="Image 0" descr="topology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7863840" cy="42324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12801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routers, OSPF area 0 (R1-R2-R3 triangle, R4 branch)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VLANs, router-on-a-stick, DHCP on R1 and R4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list: student to staff blocked (verified)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server LAN metric 2 via R3, branch metric 3 via R2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Failover: shut R1 Gi0/2, 70/71 pings, reroute via R2 (metric 3)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 in Packet Tracer: OSPF adjacencies, routes, ACL and failover all verified.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 Tracer results: routes, failover, ACL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21   Smart-RUDP</a:t>
            </a:r>
            <a:endParaRPr lang="en-US" sz="1000" dirty="0"/>
          </a:p>
        </p:txBody>
      </p:sp>
      <p:pic>
        <p:nvPicPr>
          <p:cNvPr id="4" name="Image 0" descr="pt_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3584448" cy="3017520"/>
          </a:xfrm>
          <a:prstGeom prst="rect">
            <a:avLst/>
          </a:prstGeom>
        </p:spPr>
      </p:pic>
      <p:pic>
        <p:nvPicPr>
          <p:cNvPr id="5" name="Image 1" descr="pt_failo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097280"/>
            <a:ext cx="3017520" cy="3017520"/>
          </a:xfrm>
          <a:prstGeom prst="rect">
            <a:avLst/>
          </a:prstGeom>
        </p:spPr>
      </p:pic>
      <p:pic>
        <p:nvPicPr>
          <p:cNvPr id="6" name="Image 2" descr="pt_ac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0"/>
            <a:ext cx="4023360" cy="30175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4864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OSPF routes on R1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4297680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 failure: 70/71 pings, reroute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7498080" y="4206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ACL: student blocked, staff allowed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LAN metric 2 via R3, branch LAN metric 3 via R2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Shutting R1 Gi0/2: traffic reroutes via R2, only 1 of 71 pings lost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PC gets "destination unreachable" to staff; server still reachable (TTL 126)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Smart-RUDP: a Q-learning window controller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21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310896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(80)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 ratio x loss fraction x window size, sampled once per RTT.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310896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(5)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80560" y="20116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cwnd by 0.5, 0.85, 1.0, 1.15 or 1.5.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566160" cy="310896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0" y="20116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gained, minus delay growth, minus retransmissions.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Go-Back-N reliability as the baseline; only the window policy changes. Paths emulated in-program: 5G-like, lossy wireless, satellite-like.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Smart-RUDP vs AIMD: honest result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21   Smart-RUDP</a:t>
            </a:r>
            <a:endParaRPr lang="en-US" sz="1000" dirty="0"/>
          </a:p>
        </p:txBody>
      </p:sp>
      <p:pic>
        <p:nvPicPr>
          <p:cNvPr id="4" name="Image 0" descr="sm_fig1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1064240" cy="36210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evaluation runs per scenario after 40 training episodes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faster: +63% time on 5G-like, +10% on satellite, tie on lossy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retransmissions on 5G-like and satellite, but within run-to-run noise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training rounds were much worse; reported run is the final configuration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Wireshark: RUDP dissector and traces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21   Smart-RUDP</a:t>
            </a:r>
            <a:endParaRPr lang="en-US" sz="1000" dirty="0"/>
          </a:p>
        </p:txBody>
      </p:sp>
      <p:pic>
        <p:nvPicPr>
          <p:cNvPr id="4" name="Image 0" descr="wireshark_seq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7863840" cy="27165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95360" y="128016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rudp.lua decodes seq, ack, flags, checksum, length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smartrudp.flags.data == 1, smartrudp.seq == 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packets, lossy path: 87 (AIMD) and 95 (Smart) repeated data segments seen at the receiver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exported by the program, topology addresses, handshake not included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Wireshark: real capture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21   Smart-RUDP</a:t>
            </a:r>
            <a:endParaRPr lang="en-US" sz="1000" dirty="0"/>
          </a:p>
        </p:txBody>
      </p:sp>
      <p:pic>
        <p:nvPicPr>
          <p:cNvPr id="4" name="Image 0" descr="ws_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3840480" cy="4456406"/>
          </a:xfrm>
          <a:prstGeom prst="rect">
            <a:avLst/>
          </a:prstGeom>
        </p:spPr>
      </p:pic>
      <p:pic>
        <p:nvPicPr>
          <p:cNvPr id="5" name="Image 1" descr="ws_ret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6949440" cy="343128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63440" y="466344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SYN, SYN-ACK, ACK decoded by the smartrudp dissector (filter frame.number &lt;= 3)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smartrudp.seq == N shows the same segment sent twice, a retransmission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Demo: RUDP Chat over the internet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21   Smart-RUDP</a:t>
            </a:r>
            <a:endParaRPr lang="en-US" sz="1000" dirty="0"/>
          </a:p>
        </p:txBody>
      </p:sp>
      <p:pic>
        <p:nvPicPr>
          <p:cNvPr id="4" name="Image 0" descr="web_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223760" cy="42029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55280" y="1188720"/>
            <a:ext cx="3840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message is one RUDP segment: numbered, checksummed, ACKed in order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 via a small gateway; terminal version too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machines linked over Tailscale (laptop and phone)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slider: lost messages are resent and still arrive in order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fixed window of 8, not the Smart-RUDP controller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Learnings and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21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2062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029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 a set of simple rules working together.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matters as much as retransmission.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tools fail in surprising ways.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42062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5029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Repeat / SACK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stronger learning agent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netem and real multi-machine tests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RUDP across a real multi-machine network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Go-Back-N wastes bandwidth; emulated (not kernel) paths; Smart-RUDP did not beat AIMD.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github.com/Capsturrrr/rudp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Harshavardhan Mallela   Rohit Arya   Shloak Sinha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Appendix: slow start and congestion avoidance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  Smart-RUDP</a:t>
            </a:r>
            <a:endParaRPr lang="en-US" sz="1000" dirty="0"/>
          </a:p>
        </p:txBody>
      </p:sp>
      <p:pic>
        <p:nvPicPr>
          <p:cNvPr id="4" name="Image 0" descr="fig1_cwnd_no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7498080" cy="3998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14630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cwnd starts at 1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per ACK until ssthresh = 16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+1/cwnd per ACK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packets, final cwnd 18.71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2026-10-09T04:14:48Z</dcterms:created>
  <dcterms:modified xsi:type="dcterms:W3CDTF">2026-10-09T04:14:49Z</dcterms:modified>
</cp:coreProperties>
</file>