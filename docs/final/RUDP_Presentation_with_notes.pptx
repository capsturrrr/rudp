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Smart-RUDP, which loads the trained table and keeps learning live. A 60-message test button times delivery. Honest result: no consistent winner; Smart-RUDP did not clearly beat the simple rules, same as the experiments.</a:t>
            </a:r>
          </a:p>
          <a:p/>
          <a:p>
            <a:r>
              <a:t>IF ASKED: Q: Is it secure? A: No encryption or accounts; it is a demo of reliability, not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no consistent winner, Smart-RUDP not clearly better,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2026-10-09T04:22:12Z</dcterms:created>
  <dcterms:modified xsi:type="dcterms:W3CDTF">2026-10-09T04:22:12Z</dcterms:modified>
</cp:coreProperties>
</file>