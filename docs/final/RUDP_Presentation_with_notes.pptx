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our future-work direction; QUIC and RFC 9000 are reliable transport over UDP in production.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It uses a fixed window of 8, not the Smart-RUDP controller.</a:t>
            </a:r>
          </a:p>
          <a:p/>
          <a:p>
            <a:r>
              <a:t>IF ASKED: Q: Is it secure? A: No encryption or accounts; it is a demo of reliability, not a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2029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fixed window of 8, not the Smart-RUDP controller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2026-10-09T03:52:09Z</dcterms:created>
  <dcterms:modified xsi:type="dcterms:W3CDTF">2026-10-09T03:52:09Z</dcterms:modified>
</cp:coreProperties>
</file>