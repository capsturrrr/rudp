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21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21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21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21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21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21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21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21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21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21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21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21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2029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60-message test: Smart-RUDP did not beat the simple rules, same as Section 8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21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Repeat / SACK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stronger learning agent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RUDP across a real multi-machine network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Go-Back-N wastes bandwidth; emulated (not kernel) paths; Smart-RUDP did not beat AIMD.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2026-10-09T04:19:03Z</dcterms:created>
  <dcterms:modified xsi:type="dcterms:W3CDTF">2026-10-09T04:19:03Z</dcterms:modified>
</cp:coreProperties>
</file>