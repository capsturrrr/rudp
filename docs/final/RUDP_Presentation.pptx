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UDP with learning-based congestion control,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Faculty: Anuradha 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Rohit Arya 24BCE0819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simple, but no guarantees: packets can be lost, duplicated or reordered.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lives inside the OS kernel. Hard to see, hard to change, hard to learn from.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suffered congestion collapse: throughput fell from 32 Kbps to 40 bps. TCP congestion control was invented to fix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question: can we rebuild TCP's core ideas ourselves, on top of UDP?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users send data to a server across a routed network. TCP is fixed inside the kernel; plain UDP gives no guarantees. Real systems (QUIC, HTTP/3) solve this with reliability built in user space over UDP.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RUDP: a readable, tunable reliable transport over UDP, plus Smart-RUDP, a controller that learns the window from RTT and loss.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a file to the server LAN. The ACL keeps students out of staff VLAN 20. If a core link fails, OSPF reroutes through R2: a longer path and higher RTT that the transport must adapt to.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protocol tests and Smart-RUDP vs AIMD on emulated paths; network design built and tested in Packet Tracer; traffic analysed in Wireshark.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SYN-ACK, ACK before any data 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ACKs, checksums, timeouts, retransmission.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sliding window; its size is the congestion window.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slow start, avoidance, halve on loss.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4 source files. Client + server, built in 8 phases, on github.com/Capsturrrr/rudp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RUDP packet header: 13 bytes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21   Smart-RUDP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packet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ACK / FIN /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corruption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payload_len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length (max 512)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packed byte by byte, so compiler struct padding never changes the wire format.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= 53 bytes on the wire. ACK / handshake = 13 bytes.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0299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779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data may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95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5295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window-size packets in flight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79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confirms everything up to 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a new SYN in any state, so a killed client can never leave it stuck.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Reliability: Go-Back-N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21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cwnd packets in flight (fixed at 4 in Phase 4, then driven by cwnd)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sends cumulative ACKs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timeout: 500 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retransmit after 3 duplicate ACKs, no waiting for the timer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failures are dropped, then recovered by retransmission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21945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netem 20% loss capture we saw 12 timeouts spaced about 500 ms apart.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2,442-byte message reassembled correctly.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control: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21   Smart-RUDP</a:t>
            </a:r>
            <a:endParaRPr lang="en-US" sz="1000" dirty="0"/>
          </a:p>
        </p:txBody>
      </p:sp>
      <p:pic>
        <p:nvPicPr>
          <p:cNvPr id="4" name="Image 0" descr="fig2_cwnd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040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runs at 0%, 10%, 20% and 40% simulated loss. Red = timeout, green = fast retransmit.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37160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cwnd +1 per ACK, below ssthresh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cwnd + 1/cwnd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 ACKs: cwnd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cwnd resets to 1, ssthresh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32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loss simulator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packets in code at a set percentage. Used for the benchmark.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/ netem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injects real loss on loopback. Used to validate behaviour.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/ tshark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WSL, opened in Windows Wireshark. Confirmed handshake, ACKs,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could not see WSL loopback from Windows, so we captured with tshark inside WSL and copied the file across.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   Smart-RUDP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we hit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   Smart-RUDP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behind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Smart-RUDP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design: OSPF topology in Packet Tracer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   Smart-RUDP</a:t>
            </a:r>
            <a:endParaRPr lang="en-US" sz="1000" dirty="0"/>
          </a:p>
        </p:txBody>
      </p:sp>
      <p:pic>
        <p:nvPicPr>
          <p:cNvPr id="4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863840" cy="4232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 (R1-R2-R3 triangle, R4 branch)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VLANs, router-on-a-stick, DHCP on R1 and R4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list: student to staff blocked (verified)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server LAN metric 2 via R3, branch metric 3 via R2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 R1 Gi0/2, 70/71 pings, reroute via R2 (metric 3)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Packet Tracer: OSPF adjacencies, routes, ACL and failover all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 results: routes, failover, ACL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   Smart-RUDP</a:t>
            </a:r>
            <a:endParaRPr lang="en-US" sz="1000" dirty="0"/>
          </a:p>
        </p:txBody>
      </p:sp>
      <p:pic>
        <p:nvPicPr>
          <p:cNvPr id="4" name="Image 0" descr="p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584448" cy="3017520"/>
          </a:xfrm>
          <a:prstGeom prst="rect">
            <a:avLst/>
          </a:prstGeom>
        </p:spPr>
      </p:pic>
      <p:pic>
        <p:nvPicPr>
          <p:cNvPr id="5" name="Image 1" descr="pt_fail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017520" cy="3017520"/>
          </a:xfrm>
          <a:prstGeom prst="rect">
            <a:avLst/>
          </a:prstGeom>
        </p:spPr>
      </p:pic>
      <p:pic>
        <p:nvPicPr>
          <p:cNvPr id="6" name="Image 2" descr="pt_a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4023360" cy="3017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OSPF routes on R1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2976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failure: 70/71 pings, reroute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9808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ACL: student blocked, staff allowed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metric 2 via R3, branch LAN metric 3 via R2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R1 Gi0/2: traffic reroutes via R2, only 1 of 71 pings lost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 gets "destination unreachable" to staff; server still reachable (TTL 126)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Smart-RUDP: a Q-learning window controller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 vs AIMD: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   Smart-RUDP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RUDP dissector and traces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   Smart-RUDP</a:t>
            </a:r>
            <a:endParaRPr lang="en-US" sz="1000" dirty="0"/>
          </a:p>
        </p:txBody>
      </p:sp>
      <p:pic>
        <p:nvPicPr>
          <p:cNvPr id="4" name="Image 0" descr="wireshark_seq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863840" cy="2716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2801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rudp.lua decodes seq, ack, flags, checksum,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smartrudp.flags.data == 1, smartrudp.seq ==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packets, lossy path: 87 (AIMD) and 95 (Smart) repeated data segments seen at the receiver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exported by the program, topology addresses, handshake not included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real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   Smart-RUDP</a:t>
            </a:r>
            <a:endParaRPr lang="en-US" sz="1000" dirty="0"/>
          </a:p>
        </p:txBody>
      </p:sp>
      <p:pic>
        <p:nvPicPr>
          <p:cNvPr id="4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4456406"/>
          </a:xfrm>
          <a:prstGeom prst="rect">
            <a:avLst/>
          </a:prstGeom>
        </p:spPr>
      </p:pic>
      <p:pic>
        <p:nvPicPr>
          <p:cNvPr id="5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6949440" cy="34312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4663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SYN, SYN-ACK, ACK decoded by the smartrudp dissector (filter frame.number &lt;=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smartrudp.seq == N shows the same segment sent twice, a retransmission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RUDP Chat over the internet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   Smart-RUDP</a:t>
            </a:r>
            <a:endParaRPr lang="en-US" sz="1000" dirty="0"/>
          </a:p>
        </p:txBody>
      </p:sp>
      <p:pic>
        <p:nvPicPr>
          <p:cNvPr id="4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223760" cy="42029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18872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one RUDP segment: numbered, checksummed, ACKed in order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via a small gateway; terminal version too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 (laptop and phone)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slider: lost messages are resent and still arrive in order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fixed window of 8, not the Smart-RUDP controller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fail in surprising ways.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Repeat / SACK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learning agent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netem and real multi-machine tests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RUDP across a real multi-machine network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Go-Back-N wastes bandwidth; emulated (not kernel) paths; Smart-RUDP did not beat AIMD.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github.com/Capsturrrr/rudp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Appendix: slow start and congestion avoidance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  Smart-RUDP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2026-10-09T04:14:48Z</dcterms:created>
  <dcterms:modified xsi:type="dcterms:W3CDTF">2026-10-09T04:14:49Z</dcterms:modified>
</cp:coreProperties>
</file>