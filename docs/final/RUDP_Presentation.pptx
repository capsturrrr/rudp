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Reliable UDP with learning-based congestion control, in 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 |  Faculty: Anuradha 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24BAI0274   Rohit Arya 24BCE0819   Shloak Sinha 24BDS0378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18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simple, but no guarantees: packets can be lost, duplicated or reordered.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Reliable, but lives inside the OS kernel. Hard to see, hard to change, hard to learn from.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114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1986 the early Internet suffered congestion collapse: throughput fell from 32 Kbps to 40 bps. TCP congestion control was invented to fix it.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question: can we rebuild TCP's core ideas ourselves, on top of UDP?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we built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18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need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users send data to a server across a routed network. TCP is fixed inside the kernel; plain UDP gives no guarantees. Real systems (QUIC, HTTP/3) solve this with reliability built in user space over UDP.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answer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RUDP: a readable, tunable reliable transport over UDP, plus Smart-RUDP, a controller that learns the window from RTT and loss.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a student on VLAN 10 uploads a file to the server LAN. The ACL keeps students out of staff VLAN 20. If a core link fails, OSPF reroutes through R2: a longer path and higher RTT that the transport must adapt to.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Validated: protocol tests and Smart-RUDP vs AIMD on emulated paths; network design built and tested in Packet Tracer; traffic analysed in Wireshark.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18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SYN, SYN-ACK, ACK before any data flows.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38328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56616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numbers, ACKs, checksums, timeouts, retransmission.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control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sliding window; its size is the congestion window.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05256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23544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AIMD: slow start, avoidance, halve on loss.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670 lines of C across 4 source files. Client + server, built in 8 phases, on github.com/Capsturrrr/rudp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RUDP packet header: 13 bytes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18   Smart-RUDP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3152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4206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Purpose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seq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number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ack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packet expected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flags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 / ACK / FIN / DATA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checksum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Detects corruption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payload_len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length (max 512)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0" y="137160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packed byte by byte, so compiler struct padding never changes the wire format.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packet = 53 bytes on the wire. ACK / handshake = 13 bytes.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 and data 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18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801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2801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91840" y="12801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1280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connection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029968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2996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88720" y="202996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SYN-ACK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91840" y="20299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02996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agrees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2779776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79776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277977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29184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277977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ESTABLISHED, data may flow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3529584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529584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352958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291840" y="352958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75120" y="352958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window-size packets in flight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279392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279392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88720" y="427939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291840" y="427939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2793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Cumulative: confirms everything up to 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5029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188720" y="5029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291840" y="50292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67512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connection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accepts a new SYN in any state, so a killed client can never leave it stuck.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Reliability: Go-Back-N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18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5836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= cwnd packets in flight (fixed at 4 in Phase 4, then driven by cwnd)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sends cumulative ACKs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 timeout: 500 ms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retransmit after 3 duplicate ACKs, no waiting for the timer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Checksum failures are dropped, then recovered by retransmission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589520" y="1371600"/>
            <a:ext cx="4023360" cy="21945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0" y="2011680"/>
            <a:ext cx="3657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netem 20% loss capture we saw 12 timeouts spaced about 500 ms apart.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589520" y="3840480"/>
            <a:ext cx="4023360" cy="18288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0" y="3977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0" y="44805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2,442-byte message reassembled correctly.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control: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18   Smart-RUDP</a:t>
            </a:r>
            <a:endParaRPr lang="en-US" sz="1000" dirty="0"/>
          </a:p>
        </p:txBody>
      </p:sp>
      <p:pic>
        <p:nvPicPr>
          <p:cNvPr id="4" name="Image 0" descr="fig2_cwnd_loss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04088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76072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runs at 0%, 10%, 20% and 40% simulated loss. Red = timeout, green = fast retransmit.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863840" y="1371600"/>
            <a:ext cx="3840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start: cwnd +1 per ACK, below ssthresh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Avoidance: cwnd + 1/cwnd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dup ACKs: cwnd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Timeout: cwnd resets to 1, ssthresh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at 32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we tested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18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Built-in loss simulator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packets in code at a set percentage. Used for the benchmark.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 / netem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kernel injects real loss on loopback. Used to validate behaviour.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 / tshark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in WSL, opened in Windows Wireshark. Confirmed handshake, ACKs,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Wireshark could not see WSL loopback from Windows, so we captured with tshark inside WSL and copied the file across.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18   Smart-RUDP</a:t>
            </a:r>
            <a:endParaRPr lang="en-US" sz="1000" dirty="0"/>
          </a:p>
        </p:txBody>
      </p:sp>
      <p:pic>
        <p:nvPicPr>
          <p:cNvPr id="4" name="Image 0" descr="fig3_benchmark_du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669280" cy="3259836"/>
          </a:xfrm>
          <a:prstGeom prst="rect">
            <a:avLst/>
          </a:prstGeom>
        </p:spPr>
      </p:pic>
      <p:pic>
        <p:nvPicPr>
          <p:cNvPr id="5" name="Image 1" descr="fig4_benchmark_final_cw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31546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 of 62 packets delivered at every loss level, from 0% to 40%.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Problems we hit and fixed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18   Smart-RUDP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Problem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Fix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stuck after killed client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 SYN in any state (was a 15.5 s hang)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Leftover netem rule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tc qdisc show dev lo, delete before each test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Wireshark saw nothing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 with tshark inside WSL, then copy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Shell portability in benchmark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Replaced date/grep tricks with awk and sed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Literature behind the design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18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Jacobson &amp; Karels (1988): congestion avoidance and control, the origin of AIMD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 &amp; Jain (1989): why additive increase, multiplicative decrease converges fairly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5681 (2009): TCP congestion control standard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Ha, Rhee, Xu (2008): CUBIC, our future-work direction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Langley et al. (2017) and RFC 9000: QUIC, reliable transport over UDP in production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researcher: Van Jacobson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 design: OSPF topology in Packet Tracer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18   Smart-RUDP</a:t>
            </a:r>
            <a:endParaRPr lang="en-US" sz="1000" dirty="0"/>
          </a:p>
        </p:txBody>
      </p:sp>
      <p:pic>
        <p:nvPicPr>
          <p:cNvPr id="4" name="Image 0" descr="topology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7863840" cy="423244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28016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routers, OSPF area 0 (R1-R2-R3 triangle, R4 branch)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VLANs, router-on-a-stick, DHCP on R1 and R4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list: student to staff blocked (verified)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Routes: server LAN metric 2 via R3, branch metric 3 via R2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Failover: shut R1 Gi0/2, 70/71 pings, reroute via R2 (metric 3)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 in Packet Tracer: OSPF adjacencies, routes, ACL and failover all verified.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Smart-RUDP: a Q-learning window controller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18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(80)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RTT ratio x loss fraction x window size, sampled once per RTT.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(5)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cwnd by 0.5, 0.85, 1.0, 1.15 or 1.5.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gained, minus delay growth, minus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8463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Go-Back-N reliability as the baseline; only the window policy changes. Paths emulated in-program: 5G-like, lossy wireless, satellite-like.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 vs AIMD: honest result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18   Smart-RUDP</a:t>
            </a:r>
            <a:endParaRPr lang="en-US" sz="1000" dirty="0"/>
          </a:p>
        </p:txBody>
      </p:sp>
      <p:pic>
        <p:nvPicPr>
          <p:cNvPr id="4" name="Image 0" descr="sm_fig1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11064240" cy="36210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937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evaluation runs per scenario after 40 training episodes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faster: +63% time on 5G-like, +10% on satellite, tie on lossy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retransmissions on 5G-like and satellite, but within run-to-run noise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training rounds were much worse; reported run is the final configuration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RUDP dissector and traces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18   Smart-RUDP</a:t>
            </a:r>
            <a:endParaRPr lang="en-US" sz="1000" dirty="0"/>
          </a:p>
        </p:txBody>
      </p:sp>
      <p:pic>
        <p:nvPicPr>
          <p:cNvPr id="4" name="Image 0" descr="wireshark_seq_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7863840" cy="271659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95360" y="128016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rudp.lua decodes seq, ack, flags, checksum, length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 smartrudp.flags.data == 1, smartrudp.seq == 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packets, lossy path: 87 (AIMD) and 95 (Smart) repeated data segments seen at the receiver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exported by the program, topology addresses, handshake not included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Learnings and future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18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is a set of simple rules working together.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control matters as much as retransmission.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tools fail in surprising ways.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Repeat / SACK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stronger learning agent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netem and real multi-machine tests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RUDP across a real multi-machine network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Go-Back-N wastes bandwidth; emulated (not kernel) paths; Smart-RUDP did not beat AIMD.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73152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github.com/Capsturrrr/rudp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  Rohit Arya   Shloak Sinha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Appendix: slow start and congestion avoidance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   Smart-RUDP</a:t>
            </a:r>
            <a:endParaRPr lang="en-US" sz="1000" dirty="0"/>
          </a:p>
        </p:txBody>
      </p:sp>
      <p:pic>
        <p:nvPicPr>
          <p:cNvPr id="4" name="Image 0" descr="fig1_cwnd_no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88720"/>
            <a:ext cx="7498080" cy="39989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463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cwnd starts at 1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per ACK until ssthresh =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+1/cwnd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packets, final cwnd 18.71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2026-10-08T19:06:34Z</dcterms:created>
  <dcterms:modified xsi:type="dcterms:W3CDTF">2026-10-08T19:06:34Z</dcterms:modified>
</cp:coreProperties>
</file>