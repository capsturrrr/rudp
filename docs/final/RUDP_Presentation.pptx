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2029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fixed window of 8, not the Smart-RUDP controller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2026-10-09T03:52:09Z</dcterms:created>
  <dcterms:modified xsi:type="dcterms:W3CDTF">2026-10-09T03:52:09Z</dcterms:modified>
</cp:coreProperties>
</file>