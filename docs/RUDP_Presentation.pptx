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21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21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21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21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21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21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21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21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21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21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random paths: Smart 3.73 s, AIMD 7.16 s mean; faster than AIMD on 27, slower on 5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Repeat / SACK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learning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RUDP across a real multi-machine network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bandwidth; emulated (not kernel) paths; Smart-RUDP did not beat AIMD.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2026-10-09T05:09:26Z</dcterms:created>
  <dcterms:modified xsi:type="dcterms:W3CDTF">2026-10-09T05:09:26Z</dcterms:modified>
</cp:coreProperties>
</file>