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22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22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22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22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22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22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The chat version (web/cc.py) uses the same state and actions; trained offline in web/train.py, table saved in results/q_chat.txt. A neural network (deep RL) is future work: 80 states do not need one.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22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22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22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22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random paths: Smart 3.73 s, AIMD 7.16 s mean; faster than AIMD on 27, slower on 5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2026-10-09T05:16:38Z</dcterms:created>
  <dcterms:modified xsi:type="dcterms:W3CDTF">2026-10-09T05:16:38Z</dcterms:modified>
</cp:coreProperties>
</file>