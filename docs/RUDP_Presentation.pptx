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Ablation, 100 random held-out paths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 (lower is better)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32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32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32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32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32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32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32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32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32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32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32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32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32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32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32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32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32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32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32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32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32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Selective Repeat is now the default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32   Smart-RUDP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results: tuned baselines, real clock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32   Smart-RUDP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(seconds)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389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paths; significantly faster than tuned AIMD on all four: -15%, -49%, -52%, -52%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(-34%); equal on 5G-like and fast; CUBIC is 2x slower than AIMD at 2%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now low (3, 6, 4 packets): the old 262 were spurious timeouts, fixed with a timer floor that AIMD also benefits from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process, 10 paired runs per path (hostile: 5), 95% intervals. eval_final.sh. Every policy uses the same timer, window cap rules and Selective Repeat.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sockets found what the emulator could 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32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fast, faithful C simulator, and what it showed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32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118872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--vt 1: the real C sender with a simulated receiver and clock, about 1000x faster; matches the real-clock runs in 15 of 15 cells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held-out paths: neural agent 0.53x the time of tuned AIMD, faster on 89, never &gt;20% slower (tuned CUBIC: slower by &gt;20% on 27)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factors: window cap 128, pacing, timer floor, slow start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C: +2% only, not adopted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 and file transfer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32   Smart-RUDP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real sockets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 transfer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32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Fairness-aware training, TCP coexistence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no kernel netem or multi-machine test; the agent is not a polite neighbour; no gain at 10% random loss; the tabular agent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2026-10-10T18:35:09Z</dcterms:created>
  <dcterms:modified xsi:type="dcterms:W3CDTF">2026-10-10T18:35:09Z</dcterms:modified>
</cp:coreProperties>
</file>