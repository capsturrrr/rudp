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25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25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25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25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25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25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25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25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25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25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25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25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25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25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AI agent in our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25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66928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src/rl_cc.h  (agent, simplified)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53949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state: 4 x 4 x 5 = 80 buckets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(rtt_bucket*4 + loss_bucket)*5 + cwnd_bucket;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choose: explore with prob. eps, else best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rl_choose(a, s)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(rand01() &lt; a-&gt;eps) return rand() % 5;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argmax(a-&gt;q[s]);        // 5 actions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learn: the Q-learning 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rl_update(a, s, act, r, s2)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 = r + a-&gt;gamma * max(a-&gt;q[s2]);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a-&gt;q[s][act] += a-&gt;alpha * (target - a-&gt;q[s][act]);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src/smart_client.c  (decision loop, simplified)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46520" y="1600200"/>
            <a:ext cx="51206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once per RTT, in smart_client.c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ratio = rtt / base_rtt;   lossf = losses / sent;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 = sqrt(throughput_norm)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- 0.5 * max(0, ratio - 1)   // delay growth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- 4.0 * lossf;              // loss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rl_update(&amp;ag, prev_s, prev_a, reward,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  = rl_choose(&amp;ag,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cwnd *= {0.5, 0.85, 1.0, 1.15, 1.5}[act];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5778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Q-learning: alpha 0.15, gamma 0.9. Chat version: web/cc.py, trained in web/train.py (results/q_chat.txt). Deep version: web/dqn.py, a small neural network (5-32-32-5) trained by DQN in web/train_deep.py.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25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25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25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25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4655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fixed, AIMD or Smart-RUDP (Q-learning, learns live)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Retrained for the chat: faster than AIMD on 5 of 6 held-out paths, equal on 1 (Table 11)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test, 48 unseen paths: table 3.73 s, deep (DQN) 3.20 s, AIMD 7.16 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 is seed-sensitive, so picked on validation paths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 evidence: baselines, SACK, reordering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/ 25   Smart-RUDP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37160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48 paths, original simulator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Median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UDP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 delivered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 model (selective ACK)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fixed window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table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deep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(simulated): AIMD mean 7.16 s to 4.90 s, median 2.72 s to 1.44 s; faster on 34 of 48 paths. Go-Back-N is the main weakness.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Reordering (20 ms jitter): AIMD 0.82 s to 6.79 s; deep agent 0.93 s; SACK removes most of the damage.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20-run intervals for the C experiments: Smart slower on 5G-like (+0.92 s) and satellite-like (+6.3 s), tie on lossy.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51206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this simulator allowed a dup-ACK retransmission storm. With the realistic rule, stress means are AIMD 7.75 s, neural 7.27 s: about level. The TCP row is a model, not kernel TCP.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Neural agent in the C transport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/ 25   Smart-RUDP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5836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46304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1,200 packets, C transport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Table (rl2)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wireless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188720"/>
            <a:ext cx="42976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agent beats AIMD on all three paths: 15%, 27%, 24% faster (95% intervals exclude zero)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agent does not generalise: slower on 5G-like and satellite-like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in C: about 10x fewer retransmissions, no significant time change here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Caveats: trained in a simulator; emulated paths (not real networks); agent retransmits more on random loss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runs per cell (satellite: 8), 95% intervals. Equal-cap check (AIMD capped at 32, 10 runs): neural still wins by 19%, 29%, 28%, all significant (eval_ci4.sh).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Fairness, ablations, chat fixes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/ 25   Smart-RUDP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852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flows, one bottleneck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of 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deep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(no-loss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8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766560" y="1188720"/>
            <a:ext cx="50292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on short paths; takes 74% against AIMD on the 120 ms path, like a fixed window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the no-shrink mask is what matters (6.54 s without it, about 3.3 s with it; AIMD 7.16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parts (delay penalty, last action, throughput input) showed no measurable value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recipe gave 3.2 to 7.4 s across seeds: seed sensitivity is a real weakness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and fixed a dup-ACK retransmission storm in the chat gateway; added a live dashboard and an adaptive RTO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Simulator, 20 seeds; ablation on 48 stress paths. Code: web/fairness_test.py, web/ablate.py.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/ 25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the neural agent in C / on real netem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where throughput limits the path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netem and real multi-machine tests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Go-Back-N wastes bandwidth and suffers under reordering; C tests use an emulated path; the tabular agent did not beat AIMD in C.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2026-10-10T11:26:14Z</dcterms:created>
  <dcterms:modified xsi:type="dcterms:W3CDTF">2026-10-10T11:26:14Z</dcterms:modified>
</cp:coreProperties>
</file>