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25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25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25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25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25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25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25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25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25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25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25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25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unseen paths (simulated)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TCP row is a model, not kernel TCP. Real netem numbers need a Linux machine: netem_baselines.sh.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25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paths; AIMD cap 128 vs agents 32;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confidence intervals. Code: src/deep_cc.h, web/dqn.py, eval_ci2.sh.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Fairness, ablations, chat fixes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25   Smart-RUDP</a:t>
            </a:r>
            <a:endParaRPr lang="en-US" sz="10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85216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280160"/>
                <a:gridCol w="12801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Two flows, one bottleneck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Share of A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Jain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deep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(no-loss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Fixed 8 vs AIMD (long path)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766560" y="1188720"/>
            <a:ext cx="502920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on short paths; takes 74% against AIMD on the 120 ms path, like a fixed window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Ablation: the no-shrink mask is what matters (6.54 s without it, about 3.3 s with it; AIMD 7.16 s)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parts (delay penalty, last action, throughput input) showed no measurable value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recipe gave 3.2 to 7.4 s across seeds: seed sensitivity is a real weakness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and fixed a dup-ACK retransmission storm in the chat gateway; added a live dashboard and an adaptive RTO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Simulator, 20 seeds; ablation on 48 stress paths. Code: web/fairness_test.py, web/ablate.py.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 / 25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2026-10-10T00:26:11Z</dcterms:created>
  <dcterms:modified xsi:type="dcterms:W3CDTF">2026-10-10T00:26:11Z</dcterms:modified>
</cp:coreProperties>
</file>