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28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28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28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28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28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28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28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28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28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28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28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28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28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28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28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28   Smart-RUDP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Selective Repeat is now the default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28   Smart-RUDP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Performance: bigger windows, tuned baseline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28   Smart-RUDP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217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280160"/>
                <a:gridCol w="12801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132320" y="1188720"/>
            <a:ext cx="46634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found: window cap 32 caps the satellite path at about 107 packets/s; receive window raised to 256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tuned too: AIMD with cap 128 and a high start threshold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default for the neural agent: cap 128 plus the AIMD hand-over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to 77% faster than tuned AIMD on lossy, satellite and fast paths; equal on 5G-like and hostile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CUBIC tried: mixed, never beat the agent. Cost of the agent: more retransmissions on the fast path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02336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intervals. Flags: --maxcwnd, --ssthresh, --hybrid, --mode cubic. Code: eval_perf*.sh.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/ 28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neural agent in C / on real netem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where throughput limits the path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 and suffers under reordering; C tests use an emulated path; the tabular agent did not beat AIMD in C.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2026-10-10T14:53:43Z</dcterms:created>
  <dcterms:modified xsi:type="dcterms:W3CDTF">2026-10-10T14:53:43Z</dcterms:modified>
</cp:coreProperties>
</file>