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23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23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23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23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23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23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23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23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23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23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23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unseen paths (simulated)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TCP row is a model, not kernel TCP. Real netem numbers need a Linux machine: netem_baselines.sh.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the C code (largest gain in simulation)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in the C transport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2026-10-09T22:17:26Z</dcterms:created>
  <dcterms:modified xsi:type="dcterms:W3CDTF">2026-10-09T22:17:26Z</dcterms:modified>
</cp:coreProperties>
</file>